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Figtree"/>
      <p:regular r:id="rId24"/>
      <p:bold r:id="rId25"/>
      <p:italic r:id="rId26"/>
      <p:boldItalic r:id="rId27"/>
    </p:embeddedFont>
    <p:embeddedFont>
      <p:font typeface="Roboto Slab"/>
      <p:regular r:id="rId28"/>
      <p:bold r:id="rId29"/>
    </p:embeddedFont>
    <p:embeddedFont>
      <p:font typeface="Raleway"/>
      <p:regular r:id="rId30"/>
      <p:bold r:id="rId31"/>
      <p:italic r:id="rId32"/>
      <p:bold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Schibsted Grotesk"/>
      <p:regular r:id="rId38"/>
      <p:bold r:id="rId39"/>
      <p:italic r:id="rId40"/>
      <p:boldItalic r:id="rId41"/>
    </p:embeddedFont>
    <p:embeddedFont>
      <p:font typeface="Anaheim"/>
      <p:regular r:id="rId42"/>
      <p:bold r:id="rId43"/>
    </p:embeddedFont>
    <p:embeddedFont>
      <p:font typeface="Schibsted Grotesk SemiBold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gsYp6+DL8nVpinKOgQHzJFXBOm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chibstedGrotesk-italic.fntdata"/><Relationship Id="rId42" Type="http://schemas.openxmlformats.org/officeDocument/2006/relationships/font" Target="fonts/Anaheim-regular.fntdata"/><Relationship Id="rId41" Type="http://schemas.openxmlformats.org/officeDocument/2006/relationships/font" Target="fonts/SchibstedGrotesk-boldItalic.fntdata"/><Relationship Id="rId44" Type="http://schemas.openxmlformats.org/officeDocument/2006/relationships/font" Target="fonts/SchibstedGroteskSemiBold-regular.fntdata"/><Relationship Id="rId43" Type="http://schemas.openxmlformats.org/officeDocument/2006/relationships/font" Target="fonts/Anaheim-bold.fntdata"/><Relationship Id="rId46" Type="http://schemas.openxmlformats.org/officeDocument/2006/relationships/font" Target="fonts/SchibstedGroteskSemiBold-italic.fntdata"/><Relationship Id="rId45" Type="http://schemas.openxmlformats.org/officeDocument/2006/relationships/font" Target="fonts/SchibstedGrotesk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obotoMono-regular.fntdata"/><Relationship Id="rId47" Type="http://schemas.openxmlformats.org/officeDocument/2006/relationships/font" Target="fonts/SchibstedGroteskSemiBold-boldItalic.fntdata"/><Relationship Id="rId49" Type="http://schemas.openxmlformats.org/officeDocument/2006/relationships/font" Target="fonts/RobotoMon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33" Type="http://schemas.openxmlformats.org/officeDocument/2006/relationships/font" Target="fonts/Raleway-boldItalic.fntdata"/><Relationship Id="rId32" Type="http://schemas.openxmlformats.org/officeDocument/2006/relationships/font" Target="fonts/Raleway-italic.fntdata"/><Relationship Id="rId35" Type="http://schemas.openxmlformats.org/officeDocument/2006/relationships/font" Target="fonts/Roboto-bold.fntdata"/><Relationship Id="rId34" Type="http://schemas.openxmlformats.org/officeDocument/2006/relationships/font" Target="fonts/Roboto-regular.fntdata"/><Relationship Id="rId37" Type="http://schemas.openxmlformats.org/officeDocument/2006/relationships/font" Target="fonts/Roboto-boldItalic.fntdata"/><Relationship Id="rId36" Type="http://schemas.openxmlformats.org/officeDocument/2006/relationships/font" Target="fonts/Roboto-italic.fntdata"/><Relationship Id="rId39" Type="http://schemas.openxmlformats.org/officeDocument/2006/relationships/font" Target="fonts/SchibstedGrotesk-bold.fntdata"/><Relationship Id="rId38" Type="http://schemas.openxmlformats.org/officeDocument/2006/relationships/font" Target="fonts/SchibstedGrotesk-regular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Figtree-regular.fntdata"/><Relationship Id="rId23" Type="http://schemas.openxmlformats.org/officeDocument/2006/relationships/slide" Target="slides/slide19.xml"/><Relationship Id="rId26" Type="http://schemas.openxmlformats.org/officeDocument/2006/relationships/font" Target="fonts/Figtree-italic.fntdata"/><Relationship Id="rId25" Type="http://schemas.openxmlformats.org/officeDocument/2006/relationships/font" Target="fonts/Figtree-bold.fntdata"/><Relationship Id="rId28" Type="http://schemas.openxmlformats.org/officeDocument/2006/relationships/font" Target="fonts/RobotoSlab-regular.fntdata"/><Relationship Id="rId27" Type="http://schemas.openxmlformats.org/officeDocument/2006/relationships/font" Target="fonts/Figtree-boldItalic.fntdata"/><Relationship Id="rId29" Type="http://schemas.openxmlformats.org/officeDocument/2006/relationships/font" Target="fonts/RobotoSlab-bold.fntdata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52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ae54f211d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3ae54f211d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ae54f211d1_2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g3ae54f211d1_2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Sistema a </a:t>
            </a:r>
            <a:r>
              <a:rPr lang="en"/>
              <a:t>noticia</a:t>
            </a:r>
            <a:r>
              <a:rPr lang="en"/>
              <a:t>, sistema publicidad, panel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8" name="Google Shape;9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9" name="Google Shape;9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0" name="Google Shape;10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" name="Google Shape;10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7" name="Google Shape;10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4" name="Google Shape;105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43"/>
          <p:cNvGrpSpPr/>
          <p:nvPr/>
        </p:nvGrpSpPr>
        <p:grpSpPr>
          <a:xfrm>
            <a:off x="0" y="0"/>
            <a:ext cx="9447100" cy="5143501"/>
            <a:chOff x="0" y="0"/>
            <a:chExt cx="9447100" cy="5143501"/>
          </a:xfrm>
        </p:grpSpPr>
        <p:pic>
          <p:nvPicPr>
            <p:cNvPr id="10" name="Google Shape;10;p43"/>
            <p:cNvPicPr preferRelativeResize="0"/>
            <p:nvPr/>
          </p:nvPicPr>
          <p:blipFill rotWithShape="1">
            <a:blip r:embed="rId2">
              <a:alphaModFix/>
            </a:blip>
            <a:srcRect b="0" l="36134" r="0" t="0"/>
            <a:stretch/>
          </p:blipFill>
          <p:spPr>
            <a:xfrm>
              <a:off x="0" y="0"/>
              <a:ext cx="3284977" cy="51435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" name="Google Shape;11;p43"/>
            <p:cNvGrpSpPr/>
            <p:nvPr/>
          </p:nvGrpSpPr>
          <p:grpSpPr>
            <a:xfrm>
              <a:off x="7414451" y="179669"/>
              <a:ext cx="2032649" cy="475796"/>
              <a:chOff x="5000750" y="481775"/>
              <a:chExt cx="1329050" cy="311100"/>
            </a:xfrm>
          </p:grpSpPr>
          <p:sp>
            <p:nvSpPr>
              <p:cNvPr id="12" name="Google Shape;12;p43"/>
              <p:cNvSpPr/>
              <p:nvPr/>
            </p:nvSpPr>
            <p:spPr>
              <a:xfrm>
                <a:off x="5026400" y="621850"/>
                <a:ext cx="1303400" cy="147700"/>
              </a:xfrm>
              <a:custGeom>
                <a:rect b="b" l="l" r="r" t="t"/>
                <a:pathLst>
                  <a:path extrusionOk="0" h="5908" w="52136">
                    <a:moveTo>
                      <a:pt x="24815" y="0"/>
                    </a:moveTo>
                    <a:lnTo>
                      <a:pt x="19094" y="5721"/>
                    </a:lnTo>
                    <a:lnTo>
                      <a:pt x="1" y="5721"/>
                    </a:lnTo>
                    <a:lnTo>
                      <a:pt x="1" y="5908"/>
                    </a:lnTo>
                    <a:lnTo>
                      <a:pt x="19170" y="5908"/>
                    </a:lnTo>
                    <a:lnTo>
                      <a:pt x="24891" y="186"/>
                    </a:lnTo>
                    <a:lnTo>
                      <a:pt x="52136" y="186"/>
                    </a:lnTo>
                    <a:cubicBezTo>
                      <a:pt x="52090" y="135"/>
                      <a:pt x="52060" y="69"/>
                      <a:pt x="52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43"/>
              <p:cNvSpPr/>
              <p:nvPr/>
            </p:nvSpPr>
            <p:spPr>
              <a:xfrm>
                <a:off x="5161775" y="575150"/>
                <a:ext cx="1109150" cy="147725"/>
              </a:xfrm>
              <a:custGeom>
                <a:rect b="b" l="l" r="r" t="t"/>
                <a:pathLst>
                  <a:path extrusionOk="0" h="5909" w="44366">
                    <a:moveTo>
                      <a:pt x="19400" y="1"/>
                    </a:moveTo>
                    <a:lnTo>
                      <a:pt x="13679" y="5722"/>
                    </a:lnTo>
                    <a:lnTo>
                      <a:pt x="1" y="5722"/>
                    </a:lnTo>
                    <a:lnTo>
                      <a:pt x="1" y="5908"/>
                    </a:lnTo>
                    <a:lnTo>
                      <a:pt x="13756" y="5908"/>
                    </a:lnTo>
                    <a:lnTo>
                      <a:pt x="19477" y="188"/>
                    </a:lnTo>
                    <a:lnTo>
                      <a:pt x="44350" y="188"/>
                    </a:lnTo>
                    <a:cubicBezTo>
                      <a:pt x="44343" y="125"/>
                      <a:pt x="44349" y="62"/>
                      <a:pt x="44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43"/>
              <p:cNvSpPr/>
              <p:nvPr/>
            </p:nvSpPr>
            <p:spPr>
              <a:xfrm>
                <a:off x="5270725" y="528425"/>
                <a:ext cx="949350" cy="147725"/>
              </a:xfrm>
              <a:custGeom>
                <a:rect b="b" l="l" r="r" t="t"/>
                <a:pathLst>
                  <a:path extrusionOk="0" h="5909" w="37974">
                    <a:moveTo>
                      <a:pt x="15042" y="1"/>
                    </a:moveTo>
                    <a:lnTo>
                      <a:pt x="9321" y="5722"/>
                    </a:lnTo>
                    <a:lnTo>
                      <a:pt x="0" y="5722"/>
                    </a:lnTo>
                    <a:lnTo>
                      <a:pt x="0" y="5908"/>
                    </a:lnTo>
                    <a:lnTo>
                      <a:pt x="9398" y="5908"/>
                    </a:lnTo>
                    <a:lnTo>
                      <a:pt x="15119" y="188"/>
                    </a:lnTo>
                    <a:lnTo>
                      <a:pt x="37974" y="188"/>
                    </a:lnTo>
                    <a:cubicBezTo>
                      <a:pt x="37954" y="128"/>
                      <a:pt x="37949" y="64"/>
                      <a:pt x="379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43"/>
              <p:cNvSpPr/>
              <p:nvPr/>
            </p:nvSpPr>
            <p:spPr>
              <a:xfrm>
                <a:off x="5360950" y="481775"/>
                <a:ext cx="831450" cy="147700"/>
              </a:xfrm>
              <a:custGeom>
                <a:rect b="b" l="l" r="r" t="t"/>
                <a:pathLst>
                  <a:path extrusionOk="0" h="5908" w="33258">
                    <a:moveTo>
                      <a:pt x="11433" y="0"/>
                    </a:moveTo>
                    <a:lnTo>
                      <a:pt x="5712" y="5722"/>
                    </a:lnTo>
                    <a:lnTo>
                      <a:pt x="0" y="5722"/>
                    </a:lnTo>
                    <a:lnTo>
                      <a:pt x="0" y="5908"/>
                    </a:lnTo>
                    <a:lnTo>
                      <a:pt x="5789" y="5908"/>
                    </a:lnTo>
                    <a:lnTo>
                      <a:pt x="11510" y="186"/>
                    </a:lnTo>
                    <a:lnTo>
                      <a:pt x="33257" y="186"/>
                    </a:lnTo>
                    <a:cubicBezTo>
                      <a:pt x="33236" y="125"/>
                      <a:pt x="33228" y="61"/>
                      <a:pt x="332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43"/>
              <p:cNvSpPr/>
              <p:nvPr/>
            </p:nvSpPr>
            <p:spPr>
              <a:xfrm>
                <a:off x="5335300" y="601475"/>
                <a:ext cx="51375" cy="51375"/>
              </a:xfrm>
              <a:custGeom>
                <a:rect b="b" l="l" r="r" t="t"/>
                <a:pathLst>
                  <a:path extrusionOk="0" h="2055" w="2055">
                    <a:moveTo>
                      <a:pt x="2055" y="1027"/>
                    </a:moveTo>
                    <a:cubicBezTo>
                      <a:pt x="2055" y="1594"/>
                      <a:pt x="1596" y="2055"/>
                      <a:pt x="1027" y="2055"/>
                    </a:cubicBezTo>
                    <a:cubicBezTo>
                      <a:pt x="460" y="2055"/>
                      <a:pt x="0" y="1594"/>
                      <a:pt x="0" y="1027"/>
                    </a:cubicBezTo>
                    <a:cubicBezTo>
                      <a:pt x="0" y="460"/>
                      <a:pt x="459" y="0"/>
                      <a:pt x="1027" y="0"/>
                    </a:cubicBezTo>
                    <a:cubicBezTo>
                      <a:pt x="1594" y="0"/>
                      <a:pt x="2055" y="461"/>
                      <a:pt x="2055" y="10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43"/>
              <p:cNvSpPr/>
              <p:nvPr/>
            </p:nvSpPr>
            <p:spPr>
              <a:xfrm>
                <a:off x="5245025" y="64812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5"/>
                      <a:pt x="1595" y="2055"/>
                      <a:pt x="1028" y="2055"/>
                    </a:cubicBezTo>
                    <a:cubicBezTo>
                      <a:pt x="459" y="2055"/>
                      <a:pt x="1" y="1594"/>
                      <a:pt x="1" y="1028"/>
                    </a:cubicBezTo>
                    <a:cubicBezTo>
                      <a:pt x="1" y="462"/>
                      <a:pt x="459" y="1"/>
                      <a:pt x="1028" y="1"/>
                    </a:cubicBezTo>
                    <a:cubicBezTo>
                      <a:pt x="1595" y="1"/>
                      <a:pt x="2055" y="462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43"/>
              <p:cNvSpPr/>
              <p:nvPr/>
            </p:nvSpPr>
            <p:spPr>
              <a:xfrm>
                <a:off x="5134550" y="69482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4"/>
                      <a:pt x="1594" y="2055"/>
                      <a:pt x="1028" y="2055"/>
                    </a:cubicBezTo>
                    <a:cubicBezTo>
                      <a:pt x="461" y="2055"/>
                      <a:pt x="0" y="1594"/>
                      <a:pt x="0" y="1028"/>
                    </a:cubicBezTo>
                    <a:cubicBezTo>
                      <a:pt x="0" y="461"/>
                      <a:pt x="461" y="0"/>
                      <a:pt x="1028" y="0"/>
                    </a:cubicBezTo>
                    <a:cubicBezTo>
                      <a:pt x="1595" y="0"/>
                      <a:pt x="2055" y="461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43"/>
              <p:cNvSpPr/>
              <p:nvPr/>
            </p:nvSpPr>
            <p:spPr>
              <a:xfrm>
                <a:off x="5000750" y="74147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6"/>
                      <a:pt x="1596" y="2056"/>
                      <a:pt x="1028" y="2056"/>
                    </a:cubicBezTo>
                    <a:cubicBezTo>
                      <a:pt x="460" y="2056"/>
                      <a:pt x="0" y="1595"/>
                      <a:pt x="0" y="1028"/>
                    </a:cubicBezTo>
                    <a:cubicBezTo>
                      <a:pt x="0" y="462"/>
                      <a:pt x="460" y="1"/>
                      <a:pt x="1028" y="1"/>
                    </a:cubicBezTo>
                    <a:cubicBezTo>
                      <a:pt x="1596" y="1"/>
                      <a:pt x="2055" y="462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" name="Google Shape;20;p43"/>
            <p:cNvGrpSpPr/>
            <p:nvPr/>
          </p:nvGrpSpPr>
          <p:grpSpPr>
            <a:xfrm>
              <a:off x="7521800" y="4385213"/>
              <a:ext cx="1622200" cy="437575"/>
              <a:chOff x="3109550" y="3432375"/>
              <a:chExt cx="1622200" cy="437575"/>
            </a:xfrm>
          </p:grpSpPr>
          <p:sp>
            <p:nvSpPr>
              <p:cNvPr id="21" name="Google Shape;21;p43"/>
              <p:cNvSpPr/>
              <p:nvPr/>
            </p:nvSpPr>
            <p:spPr>
              <a:xfrm>
                <a:off x="3980725" y="3817350"/>
                <a:ext cx="727150" cy="7350"/>
              </a:xfrm>
              <a:custGeom>
                <a:rect b="b" l="l" r="r" t="t"/>
                <a:pathLst>
                  <a:path extrusionOk="0" h="294" w="29086">
                    <a:moveTo>
                      <a:pt x="148" y="0"/>
                    </a:moveTo>
                    <a:cubicBezTo>
                      <a:pt x="66" y="0"/>
                      <a:pt x="1" y="65"/>
                      <a:pt x="1" y="147"/>
                    </a:cubicBezTo>
                    <a:cubicBezTo>
                      <a:pt x="1" y="228"/>
                      <a:pt x="66" y="294"/>
                      <a:pt x="148" y="294"/>
                    </a:cubicBezTo>
                    <a:lnTo>
                      <a:pt x="28937" y="294"/>
                    </a:lnTo>
                    <a:cubicBezTo>
                      <a:pt x="29019" y="294"/>
                      <a:pt x="29084" y="226"/>
                      <a:pt x="29085" y="147"/>
                    </a:cubicBezTo>
                    <a:cubicBezTo>
                      <a:pt x="29085" y="65"/>
                      <a:pt x="29020" y="0"/>
                      <a:pt x="289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43"/>
              <p:cNvSpPr/>
              <p:nvPr/>
            </p:nvSpPr>
            <p:spPr>
              <a:xfrm>
                <a:off x="4676550" y="3793425"/>
                <a:ext cx="55200" cy="55200"/>
              </a:xfrm>
              <a:custGeom>
                <a:rect b="b" l="l" r="r" t="t"/>
                <a:pathLst>
                  <a:path extrusionOk="0" h="2208" w="2208">
                    <a:moveTo>
                      <a:pt x="1104" y="0"/>
                    </a:moveTo>
                    <a:cubicBezTo>
                      <a:pt x="495" y="0"/>
                      <a:pt x="1" y="494"/>
                      <a:pt x="1" y="1104"/>
                    </a:cubicBezTo>
                    <a:cubicBezTo>
                      <a:pt x="1" y="1713"/>
                      <a:pt x="495" y="2207"/>
                      <a:pt x="1104" y="2207"/>
                    </a:cubicBezTo>
                    <a:cubicBezTo>
                      <a:pt x="1713" y="2207"/>
                      <a:pt x="2208" y="1713"/>
                      <a:pt x="2208" y="1104"/>
                    </a:cubicBezTo>
                    <a:cubicBezTo>
                      <a:pt x="2208" y="494"/>
                      <a:pt x="1713" y="0"/>
                      <a:pt x="11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43"/>
              <p:cNvSpPr/>
              <p:nvPr/>
            </p:nvSpPr>
            <p:spPr>
              <a:xfrm>
                <a:off x="3154450" y="3477650"/>
                <a:ext cx="347750" cy="347050"/>
              </a:xfrm>
              <a:custGeom>
                <a:rect b="b" l="l" r="r" t="t"/>
                <a:pathLst>
                  <a:path extrusionOk="0" h="13882" w="13910">
                    <a:moveTo>
                      <a:pt x="162" y="0"/>
                    </a:moveTo>
                    <a:cubicBezTo>
                      <a:pt x="124" y="0"/>
                      <a:pt x="86" y="15"/>
                      <a:pt x="57" y="43"/>
                    </a:cubicBezTo>
                    <a:cubicBezTo>
                      <a:pt x="1" y="100"/>
                      <a:pt x="1" y="193"/>
                      <a:pt x="57" y="251"/>
                    </a:cubicBezTo>
                    <a:lnTo>
                      <a:pt x="13645" y="13838"/>
                    </a:lnTo>
                    <a:cubicBezTo>
                      <a:pt x="13674" y="13866"/>
                      <a:pt x="13711" y="13882"/>
                      <a:pt x="13749" y="13882"/>
                    </a:cubicBezTo>
                    <a:cubicBezTo>
                      <a:pt x="13787" y="13882"/>
                      <a:pt x="13824" y="13866"/>
                      <a:pt x="13852" y="13838"/>
                    </a:cubicBezTo>
                    <a:cubicBezTo>
                      <a:pt x="13910" y="13781"/>
                      <a:pt x="13910" y="13687"/>
                      <a:pt x="13852" y="13629"/>
                    </a:cubicBezTo>
                    <a:lnTo>
                      <a:pt x="266" y="43"/>
                    </a:lnTo>
                    <a:cubicBezTo>
                      <a:pt x="237" y="15"/>
                      <a:pt x="199" y="0"/>
                      <a:pt x="1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43"/>
              <p:cNvSpPr/>
              <p:nvPr/>
            </p:nvSpPr>
            <p:spPr>
              <a:xfrm>
                <a:off x="3483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3" y="1176"/>
                      <a:pt x="588" y="1176"/>
                    </a:cubicBezTo>
                    <a:lnTo>
                      <a:pt x="1957" y="1176"/>
                    </a:lnTo>
                    <a:cubicBezTo>
                      <a:pt x="2283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43"/>
              <p:cNvSpPr/>
              <p:nvPr/>
            </p:nvSpPr>
            <p:spPr>
              <a:xfrm>
                <a:off x="3605675" y="3806300"/>
                <a:ext cx="271225" cy="29400"/>
              </a:xfrm>
              <a:custGeom>
                <a:rect b="b" l="l" r="r" t="t"/>
                <a:pathLst>
                  <a:path extrusionOk="0" h="1176" w="10849">
                    <a:moveTo>
                      <a:pt x="587" y="1"/>
                    </a:moveTo>
                    <a:cubicBezTo>
                      <a:pt x="264" y="1"/>
                      <a:pt x="0" y="264"/>
                      <a:pt x="0" y="589"/>
                    </a:cubicBezTo>
                    <a:cubicBezTo>
                      <a:pt x="0" y="913"/>
                      <a:pt x="264" y="1176"/>
                      <a:pt x="587" y="1176"/>
                    </a:cubicBezTo>
                    <a:lnTo>
                      <a:pt x="3666" y="1176"/>
                    </a:lnTo>
                    <a:cubicBezTo>
                      <a:pt x="3990" y="1176"/>
                      <a:pt x="4253" y="913"/>
                      <a:pt x="4253" y="589"/>
                    </a:cubicBezTo>
                    <a:cubicBezTo>
                      <a:pt x="4253" y="264"/>
                      <a:pt x="3990" y="1"/>
                      <a:pt x="3666" y="1"/>
                    </a:cubicBezTo>
                    <a:close/>
                    <a:moveTo>
                      <a:pt x="7184" y="1"/>
                    </a:moveTo>
                    <a:cubicBezTo>
                      <a:pt x="6859" y="1"/>
                      <a:pt x="6597" y="264"/>
                      <a:pt x="6597" y="589"/>
                    </a:cubicBezTo>
                    <a:cubicBezTo>
                      <a:pt x="6597" y="913"/>
                      <a:pt x="6859" y="1176"/>
                      <a:pt x="7184" y="1176"/>
                    </a:cubicBezTo>
                    <a:lnTo>
                      <a:pt x="10262" y="1176"/>
                    </a:lnTo>
                    <a:cubicBezTo>
                      <a:pt x="10587" y="1176"/>
                      <a:pt x="10849" y="913"/>
                      <a:pt x="10849" y="589"/>
                    </a:cubicBezTo>
                    <a:cubicBezTo>
                      <a:pt x="10849" y="264"/>
                      <a:pt x="10587" y="1"/>
                      <a:pt x="102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43"/>
              <p:cNvSpPr/>
              <p:nvPr/>
            </p:nvSpPr>
            <p:spPr>
              <a:xfrm>
                <a:off x="3935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4" y="1176"/>
                      <a:pt x="588" y="1176"/>
                    </a:cubicBezTo>
                    <a:lnTo>
                      <a:pt x="1958" y="1176"/>
                    </a:lnTo>
                    <a:cubicBezTo>
                      <a:pt x="2282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43"/>
              <p:cNvSpPr/>
              <p:nvPr/>
            </p:nvSpPr>
            <p:spPr>
              <a:xfrm>
                <a:off x="3109550" y="34323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8" y="1"/>
                    </a:moveTo>
                    <a:cubicBezTo>
                      <a:pt x="877" y="1"/>
                      <a:pt x="1" y="877"/>
                      <a:pt x="1" y="1958"/>
                    </a:cubicBezTo>
                    <a:cubicBezTo>
                      <a:pt x="1" y="3038"/>
                      <a:pt x="877" y="3915"/>
                      <a:pt x="1958" y="3915"/>
                    </a:cubicBezTo>
                    <a:cubicBezTo>
                      <a:pt x="3039" y="3915"/>
                      <a:pt x="3914" y="3038"/>
                      <a:pt x="3914" y="1958"/>
                    </a:cubicBezTo>
                    <a:cubicBezTo>
                      <a:pt x="3914" y="877"/>
                      <a:pt x="3039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43"/>
              <p:cNvSpPr/>
              <p:nvPr/>
            </p:nvSpPr>
            <p:spPr>
              <a:xfrm>
                <a:off x="4183025" y="37720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7" y="1"/>
                    </a:moveTo>
                    <a:cubicBezTo>
                      <a:pt x="877" y="1"/>
                      <a:pt x="1" y="876"/>
                      <a:pt x="1" y="1958"/>
                    </a:cubicBezTo>
                    <a:cubicBezTo>
                      <a:pt x="1" y="3038"/>
                      <a:pt x="877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43"/>
              <p:cNvSpPr/>
              <p:nvPr/>
            </p:nvSpPr>
            <p:spPr>
              <a:xfrm>
                <a:off x="4392475" y="3772075"/>
                <a:ext cx="97850" cy="97875"/>
              </a:xfrm>
              <a:custGeom>
                <a:rect b="b" l="l" r="r" t="t"/>
                <a:pathLst>
                  <a:path extrusionOk="0" h="3915" w="3914">
                    <a:moveTo>
                      <a:pt x="1957" y="1"/>
                    </a:moveTo>
                    <a:cubicBezTo>
                      <a:pt x="876" y="1"/>
                      <a:pt x="0" y="876"/>
                      <a:pt x="0" y="1958"/>
                    </a:cubicBezTo>
                    <a:cubicBezTo>
                      <a:pt x="0" y="3038"/>
                      <a:pt x="876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" name="Google Shape;30;p43"/>
            <p:cNvGrpSpPr/>
            <p:nvPr/>
          </p:nvGrpSpPr>
          <p:grpSpPr>
            <a:xfrm>
              <a:off x="81963" y="297475"/>
              <a:ext cx="1262525" cy="484050"/>
              <a:chOff x="1350325" y="970000"/>
              <a:chExt cx="1262525" cy="484050"/>
            </a:xfrm>
          </p:grpSpPr>
          <p:sp>
            <p:nvSpPr>
              <p:cNvPr id="31" name="Google Shape;31;p43"/>
              <p:cNvSpPr/>
              <p:nvPr/>
            </p:nvSpPr>
            <p:spPr>
              <a:xfrm>
                <a:off x="1804000" y="1401425"/>
                <a:ext cx="808850" cy="52625"/>
              </a:xfrm>
              <a:custGeom>
                <a:rect b="b" l="l" r="r" t="t"/>
                <a:pathLst>
                  <a:path extrusionOk="0" h="2105" w="32354">
                    <a:moveTo>
                      <a:pt x="1053" y="1"/>
                    </a:moveTo>
                    <a:cubicBezTo>
                      <a:pt x="473" y="1"/>
                      <a:pt x="1" y="471"/>
                      <a:pt x="1" y="1052"/>
                    </a:cubicBezTo>
                    <a:cubicBezTo>
                      <a:pt x="1" y="1633"/>
                      <a:pt x="473" y="2105"/>
                      <a:pt x="1053" y="2105"/>
                    </a:cubicBezTo>
                    <a:cubicBezTo>
                      <a:pt x="1637" y="2105"/>
                      <a:pt x="2109" y="1633"/>
                      <a:pt x="2109" y="1052"/>
                    </a:cubicBezTo>
                    <a:cubicBezTo>
                      <a:pt x="2109" y="471"/>
                      <a:pt x="1637" y="1"/>
                      <a:pt x="1053" y="1"/>
                    </a:cubicBezTo>
                    <a:close/>
                    <a:moveTo>
                      <a:pt x="7105" y="1"/>
                    </a:moveTo>
                    <a:cubicBezTo>
                      <a:pt x="6524" y="1"/>
                      <a:pt x="6052" y="471"/>
                      <a:pt x="6054" y="1052"/>
                    </a:cubicBezTo>
                    <a:cubicBezTo>
                      <a:pt x="6054" y="1633"/>
                      <a:pt x="6526" y="2105"/>
                      <a:pt x="7105" y="2105"/>
                    </a:cubicBezTo>
                    <a:cubicBezTo>
                      <a:pt x="7686" y="2105"/>
                      <a:pt x="8158" y="1633"/>
                      <a:pt x="8158" y="1052"/>
                    </a:cubicBezTo>
                    <a:cubicBezTo>
                      <a:pt x="8158" y="471"/>
                      <a:pt x="7686" y="1"/>
                      <a:pt x="7105" y="1"/>
                    </a:cubicBezTo>
                    <a:close/>
                    <a:moveTo>
                      <a:pt x="13153" y="1"/>
                    </a:moveTo>
                    <a:cubicBezTo>
                      <a:pt x="12572" y="1"/>
                      <a:pt x="12101" y="471"/>
                      <a:pt x="12101" y="1052"/>
                    </a:cubicBezTo>
                    <a:cubicBezTo>
                      <a:pt x="12101" y="1633"/>
                      <a:pt x="12572" y="2105"/>
                      <a:pt x="13153" y="2105"/>
                    </a:cubicBezTo>
                    <a:cubicBezTo>
                      <a:pt x="13734" y="2105"/>
                      <a:pt x="14204" y="1633"/>
                      <a:pt x="14204" y="1052"/>
                    </a:cubicBezTo>
                    <a:cubicBezTo>
                      <a:pt x="14204" y="471"/>
                      <a:pt x="13732" y="1"/>
                      <a:pt x="13153" y="1"/>
                    </a:cubicBezTo>
                    <a:close/>
                    <a:moveTo>
                      <a:pt x="19204" y="1"/>
                    </a:moveTo>
                    <a:cubicBezTo>
                      <a:pt x="18624" y="1"/>
                      <a:pt x="18153" y="471"/>
                      <a:pt x="18153" y="1052"/>
                    </a:cubicBezTo>
                    <a:cubicBezTo>
                      <a:pt x="18153" y="1633"/>
                      <a:pt x="18624" y="2105"/>
                      <a:pt x="19204" y="2105"/>
                    </a:cubicBezTo>
                    <a:cubicBezTo>
                      <a:pt x="19785" y="2105"/>
                      <a:pt x="20256" y="1633"/>
                      <a:pt x="20256" y="1052"/>
                    </a:cubicBezTo>
                    <a:cubicBezTo>
                      <a:pt x="20256" y="471"/>
                      <a:pt x="19785" y="1"/>
                      <a:pt x="19204" y="1"/>
                    </a:cubicBezTo>
                    <a:close/>
                    <a:moveTo>
                      <a:pt x="25253" y="1"/>
                    </a:moveTo>
                    <a:cubicBezTo>
                      <a:pt x="24672" y="1"/>
                      <a:pt x="24201" y="471"/>
                      <a:pt x="24201" y="1052"/>
                    </a:cubicBezTo>
                    <a:cubicBezTo>
                      <a:pt x="24201" y="1633"/>
                      <a:pt x="24672" y="2105"/>
                      <a:pt x="25253" y="2105"/>
                    </a:cubicBezTo>
                    <a:cubicBezTo>
                      <a:pt x="25833" y="2105"/>
                      <a:pt x="26304" y="1633"/>
                      <a:pt x="26304" y="1052"/>
                    </a:cubicBezTo>
                    <a:cubicBezTo>
                      <a:pt x="26304" y="471"/>
                      <a:pt x="25833" y="1"/>
                      <a:pt x="25253" y="1"/>
                    </a:cubicBezTo>
                    <a:close/>
                    <a:moveTo>
                      <a:pt x="31302" y="1"/>
                    </a:moveTo>
                    <a:cubicBezTo>
                      <a:pt x="30723" y="1"/>
                      <a:pt x="30248" y="471"/>
                      <a:pt x="30248" y="1052"/>
                    </a:cubicBezTo>
                    <a:cubicBezTo>
                      <a:pt x="30248" y="1633"/>
                      <a:pt x="30723" y="2105"/>
                      <a:pt x="31302" y="2105"/>
                    </a:cubicBezTo>
                    <a:cubicBezTo>
                      <a:pt x="31881" y="2105"/>
                      <a:pt x="32353" y="1633"/>
                      <a:pt x="32353" y="1052"/>
                    </a:cubicBezTo>
                    <a:cubicBezTo>
                      <a:pt x="32353" y="471"/>
                      <a:pt x="31881" y="1"/>
                      <a:pt x="313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43"/>
              <p:cNvSpPr/>
              <p:nvPr/>
            </p:nvSpPr>
            <p:spPr>
              <a:xfrm>
                <a:off x="1652800" y="1293575"/>
                <a:ext cx="960050" cy="52600"/>
              </a:xfrm>
              <a:custGeom>
                <a:rect b="b" l="l" r="r" t="t"/>
                <a:pathLst>
                  <a:path extrusionOk="0" h="2104" w="38402">
                    <a:moveTo>
                      <a:pt x="1053" y="0"/>
                    </a:moveTo>
                    <a:cubicBezTo>
                      <a:pt x="472" y="0"/>
                      <a:pt x="1" y="472"/>
                      <a:pt x="2" y="1051"/>
                    </a:cubicBezTo>
                    <a:cubicBezTo>
                      <a:pt x="2" y="1632"/>
                      <a:pt x="474" y="2104"/>
                      <a:pt x="1053" y="2104"/>
                    </a:cubicBezTo>
                    <a:cubicBezTo>
                      <a:pt x="1634" y="2104"/>
                      <a:pt x="2106" y="1632"/>
                      <a:pt x="2106" y="1051"/>
                    </a:cubicBezTo>
                    <a:cubicBezTo>
                      <a:pt x="2106" y="471"/>
                      <a:pt x="1634" y="0"/>
                      <a:pt x="1053" y="0"/>
                    </a:cubicBezTo>
                    <a:close/>
                    <a:moveTo>
                      <a:pt x="7105" y="0"/>
                    </a:moveTo>
                    <a:cubicBezTo>
                      <a:pt x="6525" y="0"/>
                      <a:pt x="6053" y="472"/>
                      <a:pt x="6052" y="1051"/>
                    </a:cubicBezTo>
                    <a:cubicBezTo>
                      <a:pt x="6052" y="1632"/>
                      <a:pt x="6525" y="2104"/>
                      <a:pt x="7105" y="2104"/>
                    </a:cubicBezTo>
                    <a:cubicBezTo>
                      <a:pt x="7685" y="2104"/>
                      <a:pt x="8157" y="1632"/>
                      <a:pt x="8157" y="1051"/>
                    </a:cubicBezTo>
                    <a:cubicBezTo>
                      <a:pt x="8157" y="471"/>
                      <a:pt x="7685" y="0"/>
                      <a:pt x="7105" y="0"/>
                    </a:cubicBezTo>
                    <a:close/>
                    <a:moveTo>
                      <a:pt x="13153" y="0"/>
                    </a:moveTo>
                    <a:cubicBezTo>
                      <a:pt x="12572" y="0"/>
                      <a:pt x="12100" y="472"/>
                      <a:pt x="12102" y="1051"/>
                    </a:cubicBezTo>
                    <a:cubicBezTo>
                      <a:pt x="12102" y="1632"/>
                      <a:pt x="12574" y="2104"/>
                      <a:pt x="13153" y="2104"/>
                    </a:cubicBezTo>
                    <a:cubicBezTo>
                      <a:pt x="13734" y="2104"/>
                      <a:pt x="14206" y="1632"/>
                      <a:pt x="14206" y="1051"/>
                    </a:cubicBezTo>
                    <a:cubicBezTo>
                      <a:pt x="14206" y="471"/>
                      <a:pt x="13734" y="0"/>
                      <a:pt x="13153" y="0"/>
                    </a:cubicBezTo>
                    <a:close/>
                    <a:moveTo>
                      <a:pt x="19201" y="0"/>
                    </a:moveTo>
                    <a:cubicBezTo>
                      <a:pt x="18620" y="0"/>
                      <a:pt x="18149" y="472"/>
                      <a:pt x="18149" y="1051"/>
                    </a:cubicBezTo>
                    <a:cubicBezTo>
                      <a:pt x="18149" y="1632"/>
                      <a:pt x="18620" y="2104"/>
                      <a:pt x="19201" y="2104"/>
                    </a:cubicBezTo>
                    <a:cubicBezTo>
                      <a:pt x="19782" y="2104"/>
                      <a:pt x="20252" y="1632"/>
                      <a:pt x="20252" y="1051"/>
                    </a:cubicBezTo>
                    <a:cubicBezTo>
                      <a:pt x="20252" y="471"/>
                      <a:pt x="19780" y="0"/>
                      <a:pt x="19201" y="0"/>
                    </a:cubicBezTo>
                    <a:close/>
                    <a:moveTo>
                      <a:pt x="25252" y="0"/>
                    </a:moveTo>
                    <a:cubicBezTo>
                      <a:pt x="24672" y="0"/>
                      <a:pt x="24201" y="472"/>
                      <a:pt x="24201" y="1051"/>
                    </a:cubicBezTo>
                    <a:cubicBezTo>
                      <a:pt x="24201" y="1632"/>
                      <a:pt x="24672" y="2104"/>
                      <a:pt x="25252" y="2104"/>
                    </a:cubicBezTo>
                    <a:cubicBezTo>
                      <a:pt x="25833" y="2104"/>
                      <a:pt x="26304" y="1632"/>
                      <a:pt x="26304" y="1051"/>
                    </a:cubicBezTo>
                    <a:cubicBezTo>
                      <a:pt x="26304" y="471"/>
                      <a:pt x="25833" y="0"/>
                      <a:pt x="25252" y="0"/>
                    </a:cubicBezTo>
                    <a:close/>
                    <a:moveTo>
                      <a:pt x="31301" y="0"/>
                    </a:moveTo>
                    <a:cubicBezTo>
                      <a:pt x="30720" y="0"/>
                      <a:pt x="30249" y="472"/>
                      <a:pt x="30249" y="1051"/>
                    </a:cubicBezTo>
                    <a:cubicBezTo>
                      <a:pt x="30249" y="1632"/>
                      <a:pt x="30720" y="2104"/>
                      <a:pt x="31301" y="2104"/>
                    </a:cubicBezTo>
                    <a:cubicBezTo>
                      <a:pt x="31881" y="2104"/>
                      <a:pt x="32352" y="1632"/>
                      <a:pt x="32352" y="1051"/>
                    </a:cubicBezTo>
                    <a:cubicBezTo>
                      <a:pt x="32352" y="471"/>
                      <a:pt x="31881" y="0"/>
                      <a:pt x="31301" y="0"/>
                    </a:cubicBezTo>
                    <a:close/>
                    <a:moveTo>
                      <a:pt x="37350" y="0"/>
                    </a:moveTo>
                    <a:cubicBezTo>
                      <a:pt x="36767" y="0"/>
                      <a:pt x="36296" y="472"/>
                      <a:pt x="36296" y="1051"/>
                    </a:cubicBezTo>
                    <a:cubicBezTo>
                      <a:pt x="36296" y="1632"/>
                      <a:pt x="36769" y="2104"/>
                      <a:pt x="37350" y="2104"/>
                    </a:cubicBezTo>
                    <a:cubicBezTo>
                      <a:pt x="37929" y="2104"/>
                      <a:pt x="38401" y="1632"/>
                      <a:pt x="38401" y="1051"/>
                    </a:cubicBezTo>
                    <a:cubicBezTo>
                      <a:pt x="38401" y="471"/>
                      <a:pt x="37929" y="0"/>
                      <a:pt x="373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43"/>
              <p:cNvSpPr/>
              <p:nvPr/>
            </p:nvSpPr>
            <p:spPr>
              <a:xfrm>
                <a:off x="1501625" y="1185725"/>
                <a:ext cx="1111225" cy="52600"/>
              </a:xfrm>
              <a:custGeom>
                <a:rect b="b" l="l" r="r" t="t"/>
                <a:pathLst>
                  <a:path extrusionOk="0" h="2104" w="44449">
                    <a:moveTo>
                      <a:pt x="1053" y="0"/>
                    </a:moveTo>
                    <a:cubicBezTo>
                      <a:pt x="472" y="0"/>
                      <a:pt x="0" y="471"/>
                      <a:pt x="0" y="1053"/>
                    </a:cubicBezTo>
                    <a:cubicBezTo>
                      <a:pt x="0" y="1633"/>
                      <a:pt x="472" y="2104"/>
                      <a:pt x="1053" y="2104"/>
                    </a:cubicBezTo>
                    <a:cubicBezTo>
                      <a:pt x="1632" y="2104"/>
                      <a:pt x="2104" y="1633"/>
                      <a:pt x="2104" y="1053"/>
                    </a:cubicBezTo>
                    <a:cubicBezTo>
                      <a:pt x="2104" y="472"/>
                      <a:pt x="1632" y="0"/>
                      <a:pt x="1053" y="0"/>
                    </a:cubicBezTo>
                    <a:close/>
                    <a:moveTo>
                      <a:pt x="7100" y="0"/>
                    </a:moveTo>
                    <a:cubicBezTo>
                      <a:pt x="6519" y="0"/>
                      <a:pt x="6048" y="471"/>
                      <a:pt x="6049" y="1053"/>
                    </a:cubicBezTo>
                    <a:cubicBezTo>
                      <a:pt x="6049" y="1633"/>
                      <a:pt x="6521" y="2104"/>
                      <a:pt x="7100" y="2104"/>
                    </a:cubicBezTo>
                    <a:cubicBezTo>
                      <a:pt x="7681" y="2104"/>
                      <a:pt x="8153" y="1633"/>
                      <a:pt x="8153" y="1053"/>
                    </a:cubicBezTo>
                    <a:cubicBezTo>
                      <a:pt x="8153" y="472"/>
                      <a:pt x="7681" y="0"/>
                      <a:pt x="7100" y="0"/>
                    </a:cubicBezTo>
                    <a:close/>
                    <a:moveTo>
                      <a:pt x="13152" y="0"/>
                    </a:moveTo>
                    <a:cubicBezTo>
                      <a:pt x="12572" y="0"/>
                      <a:pt x="12100" y="471"/>
                      <a:pt x="12099" y="1053"/>
                    </a:cubicBezTo>
                    <a:cubicBezTo>
                      <a:pt x="12099" y="1633"/>
                      <a:pt x="12572" y="2104"/>
                      <a:pt x="13152" y="2104"/>
                    </a:cubicBezTo>
                    <a:cubicBezTo>
                      <a:pt x="13732" y="2104"/>
                      <a:pt x="14199" y="1633"/>
                      <a:pt x="14199" y="1053"/>
                    </a:cubicBezTo>
                    <a:cubicBezTo>
                      <a:pt x="14199" y="472"/>
                      <a:pt x="13732" y="0"/>
                      <a:pt x="13152" y="0"/>
                    </a:cubicBezTo>
                    <a:close/>
                    <a:moveTo>
                      <a:pt x="19200" y="0"/>
                    </a:moveTo>
                    <a:cubicBezTo>
                      <a:pt x="18619" y="0"/>
                      <a:pt x="18147" y="471"/>
                      <a:pt x="18149" y="1053"/>
                    </a:cubicBezTo>
                    <a:cubicBezTo>
                      <a:pt x="18149" y="1633"/>
                      <a:pt x="18621" y="2104"/>
                      <a:pt x="19200" y="2104"/>
                    </a:cubicBezTo>
                    <a:cubicBezTo>
                      <a:pt x="19781" y="2104"/>
                      <a:pt x="20253" y="1633"/>
                      <a:pt x="20253" y="1053"/>
                    </a:cubicBezTo>
                    <a:cubicBezTo>
                      <a:pt x="20253" y="472"/>
                      <a:pt x="19781" y="0"/>
                      <a:pt x="19200" y="0"/>
                    </a:cubicBezTo>
                    <a:close/>
                    <a:moveTo>
                      <a:pt x="25248" y="0"/>
                    </a:moveTo>
                    <a:cubicBezTo>
                      <a:pt x="24667" y="0"/>
                      <a:pt x="24196" y="471"/>
                      <a:pt x="24196" y="1053"/>
                    </a:cubicBezTo>
                    <a:cubicBezTo>
                      <a:pt x="24196" y="1633"/>
                      <a:pt x="24667" y="2104"/>
                      <a:pt x="25248" y="2104"/>
                    </a:cubicBezTo>
                    <a:cubicBezTo>
                      <a:pt x="25829" y="2104"/>
                      <a:pt x="26299" y="1633"/>
                      <a:pt x="26299" y="1053"/>
                    </a:cubicBezTo>
                    <a:cubicBezTo>
                      <a:pt x="26299" y="472"/>
                      <a:pt x="25827" y="0"/>
                      <a:pt x="25248" y="0"/>
                    </a:cubicBezTo>
                    <a:close/>
                    <a:moveTo>
                      <a:pt x="31299" y="0"/>
                    </a:moveTo>
                    <a:cubicBezTo>
                      <a:pt x="30719" y="0"/>
                      <a:pt x="30248" y="471"/>
                      <a:pt x="30248" y="1053"/>
                    </a:cubicBezTo>
                    <a:cubicBezTo>
                      <a:pt x="30248" y="1633"/>
                      <a:pt x="30719" y="2104"/>
                      <a:pt x="31299" y="2104"/>
                    </a:cubicBezTo>
                    <a:cubicBezTo>
                      <a:pt x="31880" y="2104"/>
                      <a:pt x="32351" y="1633"/>
                      <a:pt x="32351" y="1053"/>
                    </a:cubicBezTo>
                    <a:cubicBezTo>
                      <a:pt x="32351" y="472"/>
                      <a:pt x="31880" y="0"/>
                      <a:pt x="31299" y="0"/>
                    </a:cubicBezTo>
                    <a:close/>
                    <a:moveTo>
                      <a:pt x="37348" y="0"/>
                    </a:moveTo>
                    <a:cubicBezTo>
                      <a:pt x="36767" y="0"/>
                      <a:pt x="36296" y="471"/>
                      <a:pt x="36296" y="1053"/>
                    </a:cubicBezTo>
                    <a:cubicBezTo>
                      <a:pt x="36296" y="1633"/>
                      <a:pt x="36767" y="2104"/>
                      <a:pt x="37348" y="2104"/>
                    </a:cubicBezTo>
                    <a:cubicBezTo>
                      <a:pt x="37928" y="2104"/>
                      <a:pt x="38399" y="1633"/>
                      <a:pt x="38399" y="1053"/>
                    </a:cubicBezTo>
                    <a:cubicBezTo>
                      <a:pt x="38399" y="472"/>
                      <a:pt x="37928" y="0"/>
                      <a:pt x="37348" y="0"/>
                    </a:cubicBezTo>
                    <a:close/>
                    <a:moveTo>
                      <a:pt x="43397" y="0"/>
                    </a:moveTo>
                    <a:cubicBezTo>
                      <a:pt x="42814" y="0"/>
                      <a:pt x="42343" y="471"/>
                      <a:pt x="42343" y="1053"/>
                    </a:cubicBezTo>
                    <a:cubicBezTo>
                      <a:pt x="42343" y="1633"/>
                      <a:pt x="42816" y="2104"/>
                      <a:pt x="43397" y="2104"/>
                    </a:cubicBezTo>
                    <a:cubicBezTo>
                      <a:pt x="43981" y="2104"/>
                      <a:pt x="44448" y="1633"/>
                      <a:pt x="44448" y="1053"/>
                    </a:cubicBezTo>
                    <a:cubicBezTo>
                      <a:pt x="44448" y="472"/>
                      <a:pt x="43981" y="0"/>
                      <a:pt x="433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43"/>
              <p:cNvSpPr/>
              <p:nvPr/>
            </p:nvSpPr>
            <p:spPr>
              <a:xfrm>
                <a:off x="1501625" y="1077875"/>
                <a:ext cx="960000" cy="52625"/>
              </a:xfrm>
              <a:custGeom>
                <a:rect b="b" l="l" r="r" t="t"/>
                <a:pathLst>
                  <a:path extrusionOk="0" h="2105" w="38400">
                    <a:moveTo>
                      <a:pt x="1053" y="1"/>
                    </a:moveTo>
                    <a:cubicBezTo>
                      <a:pt x="472" y="1"/>
                      <a:pt x="0" y="471"/>
                      <a:pt x="0" y="1052"/>
                    </a:cubicBezTo>
                    <a:cubicBezTo>
                      <a:pt x="0" y="1632"/>
                      <a:pt x="472" y="2104"/>
                      <a:pt x="1053" y="2104"/>
                    </a:cubicBezTo>
                    <a:cubicBezTo>
                      <a:pt x="1632" y="2104"/>
                      <a:pt x="2104" y="1632"/>
                      <a:pt x="2104" y="1052"/>
                    </a:cubicBezTo>
                    <a:cubicBezTo>
                      <a:pt x="2104" y="471"/>
                      <a:pt x="1632" y="1"/>
                      <a:pt x="1053" y="1"/>
                    </a:cubicBezTo>
                    <a:close/>
                    <a:moveTo>
                      <a:pt x="7100" y="1"/>
                    </a:moveTo>
                    <a:cubicBezTo>
                      <a:pt x="6519" y="1"/>
                      <a:pt x="6048" y="471"/>
                      <a:pt x="6049" y="1052"/>
                    </a:cubicBezTo>
                    <a:cubicBezTo>
                      <a:pt x="6049" y="1632"/>
                      <a:pt x="6521" y="2104"/>
                      <a:pt x="7100" y="2104"/>
                    </a:cubicBezTo>
                    <a:cubicBezTo>
                      <a:pt x="7681" y="2104"/>
                      <a:pt x="8153" y="1632"/>
                      <a:pt x="8153" y="1052"/>
                    </a:cubicBezTo>
                    <a:cubicBezTo>
                      <a:pt x="8153" y="471"/>
                      <a:pt x="7681" y="1"/>
                      <a:pt x="7100" y="1"/>
                    </a:cubicBezTo>
                    <a:close/>
                    <a:moveTo>
                      <a:pt x="13152" y="1"/>
                    </a:moveTo>
                    <a:cubicBezTo>
                      <a:pt x="12572" y="1"/>
                      <a:pt x="12100" y="471"/>
                      <a:pt x="12099" y="1052"/>
                    </a:cubicBezTo>
                    <a:cubicBezTo>
                      <a:pt x="12099" y="1632"/>
                      <a:pt x="12572" y="2104"/>
                      <a:pt x="13152" y="2104"/>
                    </a:cubicBezTo>
                    <a:cubicBezTo>
                      <a:pt x="13732" y="2104"/>
                      <a:pt x="14199" y="1632"/>
                      <a:pt x="14199" y="1052"/>
                    </a:cubicBezTo>
                    <a:cubicBezTo>
                      <a:pt x="14199" y="471"/>
                      <a:pt x="13732" y="1"/>
                      <a:pt x="13152" y="1"/>
                    </a:cubicBezTo>
                    <a:close/>
                    <a:moveTo>
                      <a:pt x="19200" y="1"/>
                    </a:moveTo>
                    <a:cubicBezTo>
                      <a:pt x="18619" y="1"/>
                      <a:pt x="18147" y="471"/>
                      <a:pt x="18149" y="1052"/>
                    </a:cubicBezTo>
                    <a:cubicBezTo>
                      <a:pt x="18149" y="1632"/>
                      <a:pt x="18621" y="2104"/>
                      <a:pt x="19200" y="2104"/>
                    </a:cubicBezTo>
                    <a:cubicBezTo>
                      <a:pt x="19781" y="2104"/>
                      <a:pt x="20253" y="1632"/>
                      <a:pt x="20253" y="1052"/>
                    </a:cubicBezTo>
                    <a:cubicBezTo>
                      <a:pt x="20253" y="471"/>
                      <a:pt x="19781" y="1"/>
                      <a:pt x="19200" y="1"/>
                    </a:cubicBezTo>
                    <a:close/>
                    <a:moveTo>
                      <a:pt x="25248" y="1"/>
                    </a:moveTo>
                    <a:cubicBezTo>
                      <a:pt x="24667" y="1"/>
                      <a:pt x="24196" y="471"/>
                      <a:pt x="24196" y="1052"/>
                    </a:cubicBezTo>
                    <a:cubicBezTo>
                      <a:pt x="24196" y="1632"/>
                      <a:pt x="24667" y="2104"/>
                      <a:pt x="25248" y="2104"/>
                    </a:cubicBezTo>
                    <a:cubicBezTo>
                      <a:pt x="25829" y="2104"/>
                      <a:pt x="26299" y="1632"/>
                      <a:pt x="26299" y="1052"/>
                    </a:cubicBezTo>
                    <a:cubicBezTo>
                      <a:pt x="26299" y="471"/>
                      <a:pt x="25827" y="1"/>
                      <a:pt x="25248" y="1"/>
                    </a:cubicBezTo>
                    <a:close/>
                    <a:moveTo>
                      <a:pt x="31299" y="1"/>
                    </a:moveTo>
                    <a:cubicBezTo>
                      <a:pt x="30719" y="1"/>
                      <a:pt x="30248" y="471"/>
                      <a:pt x="30248" y="1052"/>
                    </a:cubicBezTo>
                    <a:cubicBezTo>
                      <a:pt x="30248" y="1632"/>
                      <a:pt x="30719" y="2104"/>
                      <a:pt x="31299" y="2104"/>
                    </a:cubicBezTo>
                    <a:cubicBezTo>
                      <a:pt x="31880" y="2104"/>
                      <a:pt x="32351" y="1632"/>
                      <a:pt x="32351" y="1052"/>
                    </a:cubicBezTo>
                    <a:cubicBezTo>
                      <a:pt x="32351" y="471"/>
                      <a:pt x="31880" y="1"/>
                      <a:pt x="31299" y="1"/>
                    </a:cubicBezTo>
                    <a:close/>
                    <a:moveTo>
                      <a:pt x="37348" y="1"/>
                    </a:moveTo>
                    <a:cubicBezTo>
                      <a:pt x="36767" y="1"/>
                      <a:pt x="36296" y="471"/>
                      <a:pt x="36296" y="1052"/>
                    </a:cubicBezTo>
                    <a:cubicBezTo>
                      <a:pt x="36296" y="1632"/>
                      <a:pt x="36767" y="2104"/>
                      <a:pt x="37348" y="2104"/>
                    </a:cubicBezTo>
                    <a:cubicBezTo>
                      <a:pt x="37928" y="2104"/>
                      <a:pt x="38399" y="1632"/>
                      <a:pt x="38399" y="1052"/>
                    </a:cubicBezTo>
                    <a:cubicBezTo>
                      <a:pt x="38399" y="471"/>
                      <a:pt x="37928" y="1"/>
                      <a:pt x="37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43"/>
              <p:cNvSpPr/>
              <p:nvPr/>
            </p:nvSpPr>
            <p:spPr>
              <a:xfrm>
                <a:off x="1350325" y="1077825"/>
                <a:ext cx="54700" cy="52650"/>
              </a:xfrm>
              <a:custGeom>
                <a:rect b="b" l="l" r="r" t="t"/>
                <a:pathLst>
                  <a:path extrusionOk="0" h="2106" w="2188">
                    <a:moveTo>
                      <a:pt x="1051" y="0"/>
                    </a:moveTo>
                    <a:cubicBezTo>
                      <a:pt x="778" y="0"/>
                      <a:pt x="505" y="115"/>
                      <a:pt x="311" y="308"/>
                    </a:cubicBezTo>
                    <a:cubicBezTo>
                      <a:pt x="113" y="506"/>
                      <a:pt x="0" y="777"/>
                      <a:pt x="0" y="1054"/>
                    </a:cubicBezTo>
                    <a:cubicBezTo>
                      <a:pt x="0" y="1332"/>
                      <a:pt x="113" y="1602"/>
                      <a:pt x="311" y="1798"/>
                    </a:cubicBezTo>
                    <a:cubicBezTo>
                      <a:pt x="503" y="1991"/>
                      <a:pt x="778" y="2105"/>
                      <a:pt x="1051" y="2105"/>
                    </a:cubicBezTo>
                    <a:cubicBezTo>
                      <a:pt x="1329" y="2105"/>
                      <a:pt x="1603" y="1991"/>
                      <a:pt x="1796" y="1798"/>
                    </a:cubicBezTo>
                    <a:cubicBezTo>
                      <a:pt x="2187" y="1407"/>
                      <a:pt x="2187" y="699"/>
                      <a:pt x="1796" y="308"/>
                    </a:cubicBezTo>
                    <a:cubicBezTo>
                      <a:pt x="1604" y="113"/>
                      <a:pt x="1329" y="0"/>
                      <a:pt x="10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43"/>
              <p:cNvSpPr/>
              <p:nvPr/>
            </p:nvSpPr>
            <p:spPr>
              <a:xfrm>
                <a:off x="1501625" y="970025"/>
                <a:ext cx="808800" cy="52625"/>
              </a:xfrm>
              <a:custGeom>
                <a:rect b="b" l="l" r="r" t="t"/>
                <a:pathLst>
                  <a:path extrusionOk="0" h="2105" w="32352">
                    <a:moveTo>
                      <a:pt x="1053" y="1"/>
                    </a:moveTo>
                    <a:cubicBezTo>
                      <a:pt x="472" y="1"/>
                      <a:pt x="0" y="471"/>
                      <a:pt x="0" y="1053"/>
                    </a:cubicBezTo>
                    <a:cubicBezTo>
                      <a:pt x="0" y="1633"/>
                      <a:pt x="472" y="2104"/>
                      <a:pt x="1053" y="2104"/>
                    </a:cubicBezTo>
                    <a:cubicBezTo>
                      <a:pt x="1632" y="2104"/>
                      <a:pt x="2104" y="1633"/>
                      <a:pt x="2104" y="1053"/>
                    </a:cubicBezTo>
                    <a:cubicBezTo>
                      <a:pt x="2104" y="473"/>
                      <a:pt x="1632" y="1"/>
                      <a:pt x="1053" y="1"/>
                    </a:cubicBezTo>
                    <a:close/>
                    <a:moveTo>
                      <a:pt x="7100" y="1"/>
                    </a:moveTo>
                    <a:cubicBezTo>
                      <a:pt x="6519" y="1"/>
                      <a:pt x="6048" y="471"/>
                      <a:pt x="6049" y="1053"/>
                    </a:cubicBezTo>
                    <a:cubicBezTo>
                      <a:pt x="6049" y="1633"/>
                      <a:pt x="6521" y="2104"/>
                      <a:pt x="7100" y="2104"/>
                    </a:cubicBezTo>
                    <a:cubicBezTo>
                      <a:pt x="7681" y="2104"/>
                      <a:pt x="8153" y="1633"/>
                      <a:pt x="8153" y="1053"/>
                    </a:cubicBezTo>
                    <a:cubicBezTo>
                      <a:pt x="8153" y="473"/>
                      <a:pt x="7681" y="1"/>
                      <a:pt x="7100" y="1"/>
                    </a:cubicBezTo>
                    <a:close/>
                    <a:moveTo>
                      <a:pt x="13152" y="1"/>
                    </a:moveTo>
                    <a:cubicBezTo>
                      <a:pt x="12572" y="1"/>
                      <a:pt x="12100" y="471"/>
                      <a:pt x="12099" y="1053"/>
                    </a:cubicBezTo>
                    <a:cubicBezTo>
                      <a:pt x="12099" y="1633"/>
                      <a:pt x="12572" y="2104"/>
                      <a:pt x="13152" y="2104"/>
                    </a:cubicBezTo>
                    <a:cubicBezTo>
                      <a:pt x="13732" y="2104"/>
                      <a:pt x="14199" y="1633"/>
                      <a:pt x="14199" y="1053"/>
                    </a:cubicBezTo>
                    <a:cubicBezTo>
                      <a:pt x="14199" y="473"/>
                      <a:pt x="13732" y="1"/>
                      <a:pt x="13152" y="1"/>
                    </a:cubicBezTo>
                    <a:close/>
                    <a:moveTo>
                      <a:pt x="19200" y="1"/>
                    </a:moveTo>
                    <a:cubicBezTo>
                      <a:pt x="18619" y="1"/>
                      <a:pt x="18147" y="471"/>
                      <a:pt x="18149" y="1053"/>
                    </a:cubicBezTo>
                    <a:cubicBezTo>
                      <a:pt x="18149" y="1633"/>
                      <a:pt x="18621" y="2104"/>
                      <a:pt x="19200" y="2104"/>
                    </a:cubicBezTo>
                    <a:cubicBezTo>
                      <a:pt x="19781" y="2104"/>
                      <a:pt x="20253" y="1633"/>
                      <a:pt x="20253" y="1053"/>
                    </a:cubicBezTo>
                    <a:cubicBezTo>
                      <a:pt x="20253" y="473"/>
                      <a:pt x="19781" y="1"/>
                      <a:pt x="19200" y="1"/>
                    </a:cubicBezTo>
                    <a:close/>
                    <a:moveTo>
                      <a:pt x="25248" y="1"/>
                    </a:moveTo>
                    <a:cubicBezTo>
                      <a:pt x="24667" y="1"/>
                      <a:pt x="24196" y="471"/>
                      <a:pt x="24196" y="1053"/>
                    </a:cubicBezTo>
                    <a:cubicBezTo>
                      <a:pt x="24196" y="1633"/>
                      <a:pt x="24667" y="2104"/>
                      <a:pt x="25248" y="2104"/>
                    </a:cubicBezTo>
                    <a:cubicBezTo>
                      <a:pt x="25829" y="2104"/>
                      <a:pt x="26299" y="1633"/>
                      <a:pt x="26299" y="1053"/>
                    </a:cubicBezTo>
                    <a:cubicBezTo>
                      <a:pt x="26299" y="473"/>
                      <a:pt x="25827" y="1"/>
                      <a:pt x="25248" y="1"/>
                    </a:cubicBezTo>
                    <a:close/>
                    <a:moveTo>
                      <a:pt x="31299" y="1"/>
                    </a:moveTo>
                    <a:cubicBezTo>
                      <a:pt x="30719" y="1"/>
                      <a:pt x="30248" y="471"/>
                      <a:pt x="30248" y="1053"/>
                    </a:cubicBezTo>
                    <a:cubicBezTo>
                      <a:pt x="30248" y="1633"/>
                      <a:pt x="30719" y="2104"/>
                      <a:pt x="31299" y="2104"/>
                    </a:cubicBezTo>
                    <a:cubicBezTo>
                      <a:pt x="31880" y="2104"/>
                      <a:pt x="32351" y="1633"/>
                      <a:pt x="32351" y="1053"/>
                    </a:cubicBezTo>
                    <a:cubicBezTo>
                      <a:pt x="32351" y="473"/>
                      <a:pt x="31880" y="1"/>
                      <a:pt x="312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43"/>
              <p:cNvSpPr/>
              <p:nvPr/>
            </p:nvSpPr>
            <p:spPr>
              <a:xfrm>
                <a:off x="1350325" y="970000"/>
                <a:ext cx="54700" cy="52650"/>
              </a:xfrm>
              <a:custGeom>
                <a:rect b="b" l="l" r="r" t="t"/>
                <a:pathLst>
                  <a:path extrusionOk="0" h="2106" w="2188">
                    <a:moveTo>
                      <a:pt x="1051" y="1"/>
                    </a:moveTo>
                    <a:cubicBezTo>
                      <a:pt x="778" y="1"/>
                      <a:pt x="505" y="115"/>
                      <a:pt x="311" y="307"/>
                    </a:cubicBezTo>
                    <a:cubicBezTo>
                      <a:pt x="113" y="506"/>
                      <a:pt x="0" y="777"/>
                      <a:pt x="0" y="1054"/>
                    </a:cubicBezTo>
                    <a:cubicBezTo>
                      <a:pt x="0" y="1330"/>
                      <a:pt x="113" y="1600"/>
                      <a:pt x="311" y="1799"/>
                    </a:cubicBezTo>
                    <a:cubicBezTo>
                      <a:pt x="503" y="1991"/>
                      <a:pt x="778" y="2105"/>
                      <a:pt x="1051" y="2105"/>
                    </a:cubicBezTo>
                    <a:cubicBezTo>
                      <a:pt x="1329" y="2105"/>
                      <a:pt x="1603" y="1991"/>
                      <a:pt x="1796" y="1799"/>
                    </a:cubicBezTo>
                    <a:cubicBezTo>
                      <a:pt x="2187" y="1407"/>
                      <a:pt x="2187" y="701"/>
                      <a:pt x="1796" y="307"/>
                    </a:cubicBezTo>
                    <a:cubicBezTo>
                      <a:pt x="1604" y="115"/>
                      <a:pt x="1329" y="1"/>
                      <a:pt x="10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8" name="Google Shape;38;p43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3"/>
          <p:cNvSpPr txBox="1"/>
          <p:nvPr>
            <p:ph type="ctrTitle"/>
          </p:nvPr>
        </p:nvSpPr>
        <p:spPr>
          <a:xfrm>
            <a:off x="3467100" y="1023525"/>
            <a:ext cx="4963800" cy="26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40" name="Google Shape;40;p43"/>
          <p:cNvSpPr txBox="1"/>
          <p:nvPr>
            <p:ph idx="1" type="subTitle"/>
          </p:nvPr>
        </p:nvSpPr>
        <p:spPr>
          <a:xfrm>
            <a:off x="3467100" y="3644175"/>
            <a:ext cx="4963800" cy="45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44"/>
          <p:cNvPicPr preferRelativeResize="0"/>
          <p:nvPr/>
        </p:nvPicPr>
        <p:blipFill rotWithShape="1">
          <a:blip r:embed="rId2">
            <a:alphaModFix amt="51000"/>
          </a:blip>
          <a:srcRect b="0" l="0" r="0" t="0"/>
          <a:stretch/>
        </p:blipFill>
        <p:spPr>
          <a:xfrm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4" name="Google Shape;44;p44"/>
          <p:cNvGrpSpPr/>
          <p:nvPr/>
        </p:nvGrpSpPr>
        <p:grpSpPr>
          <a:xfrm>
            <a:off x="27863" y="269100"/>
            <a:ext cx="9571008" cy="4796609"/>
            <a:chOff x="27863" y="269100"/>
            <a:chExt cx="9571008" cy="4796609"/>
          </a:xfrm>
        </p:grpSpPr>
        <p:grpSp>
          <p:nvGrpSpPr>
            <p:cNvPr id="45" name="Google Shape;45;p44"/>
            <p:cNvGrpSpPr/>
            <p:nvPr/>
          </p:nvGrpSpPr>
          <p:grpSpPr>
            <a:xfrm>
              <a:off x="27863" y="269100"/>
              <a:ext cx="1370725" cy="540800"/>
              <a:chOff x="1442275" y="2891575"/>
              <a:chExt cx="1370725" cy="540800"/>
            </a:xfrm>
          </p:grpSpPr>
          <p:sp>
            <p:nvSpPr>
              <p:cNvPr id="46" name="Google Shape;46;p44"/>
              <p:cNvSpPr/>
              <p:nvPr/>
            </p:nvSpPr>
            <p:spPr>
              <a:xfrm>
                <a:off x="1494900" y="3227975"/>
                <a:ext cx="629300" cy="8500"/>
              </a:xfrm>
              <a:custGeom>
                <a:rect b="b" l="l" r="r" t="t"/>
                <a:pathLst>
                  <a:path extrusionOk="0" h="340" w="25172">
                    <a:moveTo>
                      <a:pt x="170" y="0"/>
                    </a:moveTo>
                    <a:cubicBezTo>
                      <a:pt x="76" y="0"/>
                      <a:pt x="1" y="76"/>
                      <a:pt x="1" y="170"/>
                    </a:cubicBezTo>
                    <a:cubicBezTo>
                      <a:pt x="1" y="263"/>
                      <a:pt x="76" y="340"/>
                      <a:pt x="170" y="340"/>
                    </a:cubicBezTo>
                    <a:lnTo>
                      <a:pt x="25003" y="340"/>
                    </a:lnTo>
                    <a:cubicBezTo>
                      <a:pt x="25097" y="340"/>
                      <a:pt x="25171" y="263"/>
                      <a:pt x="25171" y="170"/>
                    </a:cubicBezTo>
                    <a:cubicBezTo>
                      <a:pt x="25171" y="76"/>
                      <a:pt x="25095" y="0"/>
                      <a:pt x="250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44"/>
              <p:cNvSpPr/>
              <p:nvPr/>
            </p:nvSpPr>
            <p:spPr>
              <a:xfrm>
                <a:off x="2087875" y="3200175"/>
                <a:ext cx="64150" cy="64100"/>
              </a:xfrm>
              <a:custGeom>
                <a:rect b="b" l="l" r="r" t="t"/>
                <a:pathLst>
                  <a:path extrusionOk="0" h="2564" w="2566">
                    <a:moveTo>
                      <a:pt x="1284" y="0"/>
                    </a:moveTo>
                    <a:cubicBezTo>
                      <a:pt x="576" y="0"/>
                      <a:pt x="3" y="574"/>
                      <a:pt x="3" y="1282"/>
                    </a:cubicBezTo>
                    <a:cubicBezTo>
                      <a:pt x="1" y="1989"/>
                      <a:pt x="576" y="2564"/>
                      <a:pt x="1284" y="2564"/>
                    </a:cubicBezTo>
                    <a:cubicBezTo>
                      <a:pt x="1993" y="2564"/>
                      <a:pt x="2566" y="1990"/>
                      <a:pt x="2566" y="1282"/>
                    </a:cubicBezTo>
                    <a:cubicBezTo>
                      <a:pt x="2566" y="574"/>
                      <a:pt x="1993" y="0"/>
                      <a:pt x="1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44"/>
              <p:cNvSpPr/>
              <p:nvPr/>
            </p:nvSpPr>
            <p:spPr>
              <a:xfrm>
                <a:off x="2599250" y="2944225"/>
                <a:ext cx="185975" cy="8500"/>
              </a:xfrm>
              <a:custGeom>
                <a:rect b="b" l="l" r="r" t="t"/>
                <a:pathLst>
                  <a:path extrusionOk="0" h="340" w="7439">
                    <a:moveTo>
                      <a:pt x="171" y="1"/>
                    </a:moveTo>
                    <a:cubicBezTo>
                      <a:pt x="77" y="1"/>
                      <a:pt x="1" y="77"/>
                      <a:pt x="1" y="170"/>
                    </a:cubicBezTo>
                    <a:cubicBezTo>
                      <a:pt x="1" y="264"/>
                      <a:pt x="77" y="340"/>
                      <a:pt x="171" y="340"/>
                    </a:cubicBezTo>
                    <a:lnTo>
                      <a:pt x="7268" y="340"/>
                    </a:lnTo>
                    <a:cubicBezTo>
                      <a:pt x="7362" y="340"/>
                      <a:pt x="7439" y="264"/>
                      <a:pt x="7439" y="170"/>
                    </a:cubicBezTo>
                    <a:cubicBezTo>
                      <a:pt x="7439" y="77"/>
                      <a:pt x="7362" y="1"/>
                      <a:pt x="72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44"/>
              <p:cNvSpPr/>
              <p:nvPr/>
            </p:nvSpPr>
            <p:spPr>
              <a:xfrm>
                <a:off x="2748900" y="2916400"/>
                <a:ext cx="64100" cy="64075"/>
              </a:xfrm>
              <a:custGeom>
                <a:rect b="b" l="l" r="r" t="t"/>
                <a:pathLst>
                  <a:path extrusionOk="0" h="2563" w="2564">
                    <a:moveTo>
                      <a:pt x="1282" y="0"/>
                    </a:moveTo>
                    <a:cubicBezTo>
                      <a:pt x="574" y="0"/>
                      <a:pt x="0" y="573"/>
                      <a:pt x="0" y="1281"/>
                    </a:cubicBezTo>
                    <a:cubicBezTo>
                      <a:pt x="0" y="1990"/>
                      <a:pt x="574" y="2563"/>
                      <a:pt x="1282" y="2563"/>
                    </a:cubicBezTo>
                    <a:cubicBezTo>
                      <a:pt x="1990" y="2563"/>
                      <a:pt x="2564" y="1990"/>
                      <a:pt x="2564" y="1281"/>
                    </a:cubicBezTo>
                    <a:cubicBezTo>
                      <a:pt x="2564" y="573"/>
                      <a:pt x="1990" y="0"/>
                      <a:pt x="12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44"/>
              <p:cNvSpPr/>
              <p:nvPr/>
            </p:nvSpPr>
            <p:spPr>
              <a:xfrm>
                <a:off x="1737250" y="2944150"/>
                <a:ext cx="575300" cy="290800"/>
              </a:xfrm>
              <a:custGeom>
                <a:rect b="b" l="l" r="r" t="t"/>
                <a:pathLst>
                  <a:path extrusionOk="0" h="11632" w="23012">
                    <a:moveTo>
                      <a:pt x="11558" y="0"/>
                    </a:moveTo>
                    <a:cubicBezTo>
                      <a:pt x="11512" y="0"/>
                      <a:pt x="11470" y="20"/>
                      <a:pt x="11437" y="50"/>
                    </a:cubicBezTo>
                    <a:cubicBezTo>
                      <a:pt x="11437" y="50"/>
                      <a:pt x="8598" y="2885"/>
                      <a:pt x="5758" y="5719"/>
                    </a:cubicBezTo>
                    <a:cubicBezTo>
                      <a:pt x="1" y="11470"/>
                      <a:pt x="1" y="11470"/>
                      <a:pt x="50" y="11586"/>
                    </a:cubicBezTo>
                    <a:lnTo>
                      <a:pt x="213" y="11520"/>
                    </a:lnTo>
                    <a:lnTo>
                      <a:pt x="338" y="11632"/>
                    </a:lnTo>
                    <a:cubicBezTo>
                      <a:pt x="505" y="11444"/>
                      <a:pt x="7767" y="4196"/>
                      <a:pt x="11628" y="341"/>
                    </a:cubicBezTo>
                    <a:lnTo>
                      <a:pt x="22842" y="341"/>
                    </a:lnTo>
                    <a:cubicBezTo>
                      <a:pt x="22935" y="341"/>
                      <a:pt x="23011" y="265"/>
                      <a:pt x="23011" y="170"/>
                    </a:cubicBezTo>
                    <a:cubicBezTo>
                      <a:pt x="23011" y="76"/>
                      <a:pt x="22935" y="0"/>
                      <a:pt x="228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44"/>
              <p:cNvSpPr/>
              <p:nvPr/>
            </p:nvSpPr>
            <p:spPr>
              <a:xfrm>
                <a:off x="2291225" y="2931375"/>
                <a:ext cx="73900" cy="34125"/>
              </a:xfrm>
              <a:custGeom>
                <a:rect b="b" l="l" r="r" t="t"/>
                <a:pathLst>
                  <a:path extrusionOk="0" h="1365" w="2956">
                    <a:moveTo>
                      <a:pt x="683" y="0"/>
                    </a:moveTo>
                    <a:cubicBezTo>
                      <a:pt x="306" y="0"/>
                      <a:pt x="1" y="306"/>
                      <a:pt x="1" y="683"/>
                    </a:cubicBezTo>
                    <a:cubicBezTo>
                      <a:pt x="1" y="1059"/>
                      <a:pt x="306" y="1365"/>
                      <a:pt x="683" y="1365"/>
                    </a:cubicBezTo>
                    <a:lnTo>
                      <a:pt x="2274" y="1365"/>
                    </a:lnTo>
                    <a:cubicBezTo>
                      <a:pt x="2650" y="1365"/>
                      <a:pt x="2955" y="1060"/>
                      <a:pt x="2956" y="683"/>
                    </a:cubicBezTo>
                    <a:cubicBezTo>
                      <a:pt x="2956" y="306"/>
                      <a:pt x="2650" y="0"/>
                      <a:pt x="2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44"/>
              <p:cNvSpPr/>
              <p:nvPr/>
            </p:nvSpPr>
            <p:spPr>
              <a:xfrm>
                <a:off x="2406000" y="2931375"/>
                <a:ext cx="99775" cy="34125"/>
              </a:xfrm>
              <a:custGeom>
                <a:rect b="b" l="l" r="r" t="t"/>
                <a:pathLst>
                  <a:path extrusionOk="0" h="1365" w="3991">
                    <a:moveTo>
                      <a:pt x="684" y="0"/>
                    </a:moveTo>
                    <a:cubicBezTo>
                      <a:pt x="308" y="0"/>
                      <a:pt x="1" y="306"/>
                      <a:pt x="1" y="683"/>
                    </a:cubicBezTo>
                    <a:cubicBezTo>
                      <a:pt x="1" y="1059"/>
                      <a:pt x="308" y="1365"/>
                      <a:pt x="684" y="1365"/>
                    </a:cubicBezTo>
                    <a:lnTo>
                      <a:pt x="3309" y="1365"/>
                    </a:lnTo>
                    <a:cubicBezTo>
                      <a:pt x="3685" y="1365"/>
                      <a:pt x="3991" y="1060"/>
                      <a:pt x="3991" y="683"/>
                    </a:cubicBezTo>
                    <a:cubicBezTo>
                      <a:pt x="3991" y="306"/>
                      <a:pt x="3685" y="0"/>
                      <a:pt x="33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44"/>
              <p:cNvSpPr/>
              <p:nvPr/>
            </p:nvSpPr>
            <p:spPr>
              <a:xfrm>
                <a:off x="2546650" y="2931375"/>
                <a:ext cx="73925" cy="34125"/>
              </a:xfrm>
              <a:custGeom>
                <a:rect b="b" l="l" r="r" t="t"/>
                <a:pathLst>
                  <a:path extrusionOk="0" h="1365" w="2957">
                    <a:moveTo>
                      <a:pt x="684" y="0"/>
                    </a:moveTo>
                    <a:cubicBezTo>
                      <a:pt x="306" y="0"/>
                      <a:pt x="1" y="306"/>
                      <a:pt x="1" y="683"/>
                    </a:cubicBezTo>
                    <a:cubicBezTo>
                      <a:pt x="1" y="1059"/>
                      <a:pt x="306" y="1365"/>
                      <a:pt x="684" y="1365"/>
                    </a:cubicBezTo>
                    <a:lnTo>
                      <a:pt x="2275" y="1365"/>
                    </a:lnTo>
                    <a:cubicBezTo>
                      <a:pt x="2651" y="1365"/>
                      <a:pt x="2957" y="1060"/>
                      <a:pt x="2957" y="683"/>
                    </a:cubicBezTo>
                    <a:cubicBezTo>
                      <a:pt x="2957" y="306"/>
                      <a:pt x="2651" y="0"/>
                      <a:pt x="22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44"/>
              <p:cNvSpPr/>
              <p:nvPr/>
            </p:nvSpPr>
            <p:spPr>
              <a:xfrm>
                <a:off x="1906550" y="3227925"/>
                <a:ext cx="563675" cy="151925"/>
              </a:xfrm>
              <a:custGeom>
                <a:rect b="b" l="l" r="r" t="t"/>
                <a:pathLst>
                  <a:path extrusionOk="0" h="6077" w="22547">
                    <a:moveTo>
                      <a:pt x="187" y="0"/>
                    </a:moveTo>
                    <a:cubicBezTo>
                      <a:pt x="144" y="0"/>
                      <a:pt x="100" y="17"/>
                      <a:pt x="67" y="50"/>
                    </a:cubicBezTo>
                    <a:cubicBezTo>
                      <a:pt x="1" y="118"/>
                      <a:pt x="1" y="225"/>
                      <a:pt x="67" y="292"/>
                    </a:cubicBezTo>
                    <a:lnTo>
                      <a:pt x="5802" y="6026"/>
                    </a:lnTo>
                    <a:cubicBezTo>
                      <a:pt x="5834" y="6059"/>
                      <a:pt x="5878" y="6076"/>
                      <a:pt x="5922" y="6076"/>
                    </a:cubicBezTo>
                    <a:lnTo>
                      <a:pt x="22376" y="6076"/>
                    </a:lnTo>
                    <a:cubicBezTo>
                      <a:pt x="22471" y="6076"/>
                      <a:pt x="22547" y="5999"/>
                      <a:pt x="22545" y="5904"/>
                    </a:cubicBezTo>
                    <a:cubicBezTo>
                      <a:pt x="22545" y="5811"/>
                      <a:pt x="22469" y="5735"/>
                      <a:pt x="22375" y="5735"/>
                    </a:cubicBezTo>
                    <a:lnTo>
                      <a:pt x="5992" y="5735"/>
                    </a:lnTo>
                    <a:lnTo>
                      <a:pt x="307" y="50"/>
                    </a:lnTo>
                    <a:cubicBezTo>
                      <a:pt x="274" y="17"/>
                      <a:pt x="230" y="0"/>
                      <a:pt x="1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44"/>
              <p:cNvSpPr/>
              <p:nvPr/>
            </p:nvSpPr>
            <p:spPr>
              <a:xfrm>
                <a:off x="2433925" y="3343500"/>
                <a:ext cx="64075" cy="64100"/>
              </a:xfrm>
              <a:custGeom>
                <a:rect b="b" l="l" r="r" t="t"/>
                <a:pathLst>
                  <a:path extrusionOk="0" h="2564" w="2563">
                    <a:moveTo>
                      <a:pt x="1281" y="1"/>
                    </a:moveTo>
                    <a:cubicBezTo>
                      <a:pt x="573" y="1"/>
                      <a:pt x="0" y="574"/>
                      <a:pt x="0" y="1283"/>
                    </a:cubicBezTo>
                    <a:cubicBezTo>
                      <a:pt x="0" y="1990"/>
                      <a:pt x="573" y="2563"/>
                      <a:pt x="1281" y="2563"/>
                    </a:cubicBezTo>
                    <a:cubicBezTo>
                      <a:pt x="1990" y="2563"/>
                      <a:pt x="2563" y="1990"/>
                      <a:pt x="2563" y="1283"/>
                    </a:cubicBezTo>
                    <a:cubicBezTo>
                      <a:pt x="2563" y="574"/>
                      <a:pt x="1990" y="1"/>
                      <a:pt x="12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44"/>
              <p:cNvSpPr/>
              <p:nvPr/>
            </p:nvSpPr>
            <p:spPr>
              <a:xfrm>
                <a:off x="1969350" y="2891575"/>
                <a:ext cx="113700" cy="113725"/>
              </a:xfrm>
              <a:custGeom>
                <a:rect b="b" l="l" r="r" t="t"/>
                <a:pathLst>
                  <a:path extrusionOk="0" h="4549" w="4548">
                    <a:moveTo>
                      <a:pt x="2274" y="1"/>
                    </a:moveTo>
                    <a:cubicBezTo>
                      <a:pt x="1019" y="1"/>
                      <a:pt x="1" y="1019"/>
                      <a:pt x="1" y="2274"/>
                    </a:cubicBezTo>
                    <a:cubicBezTo>
                      <a:pt x="1" y="3530"/>
                      <a:pt x="1019" y="4548"/>
                      <a:pt x="2274" y="4548"/>
                    </a:cubicBezTo>
                    <a:cubicBezTo>
                      <a:pt x="3530" y="4548"/>
                      <a:pt x="4547" y="3530"/>
                      <a:pt x="4547" y="2274"/>
                    </a:cubicBezTo>
                    <a:cubicBezTo>
                      <a:pt x="4547" y="1019"/>
                      <a:pt x="3530" y="1"/>
                      <a:pt x="22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44"/>
              <p:cNvSpPr/>
              <p:nvPr/>
            </p:nvSpPr>
            <p:spPr>
              <a:xfrm>
                <a:off x="1442275" y="3175350"/>
                <a:ext cx="113725" cy="113725"/>
              </a:xfrm>
              <a:custGeom>
                <a:rect b="b" l="l" r="r" t="t"/>
                <a:pathLst>
                  <a:path extrusionOk="0" h="4549" w="4549">
                    <a:moveTo>
                      <a:pt x="2275" y="1"/>
                    </a:moveTo>
                    <a:cubicBezTo>
                      <a:pt x="1020" y="1"/>
                      <a:pt x="1" y="1019"/>
                      <a:pt x="1" y="2275"/>
                    </a:cubicBezTo>
                    <a:cubicBezTo>
                      <a:pt x="1" y="3531"/>
                      <a:pt x="1020" y="4548"/>
                      <a:pt x="2275" y="4548"/>
                    </a:cubicBezTo>
                    <a:cubicBezTo>
                      <a:pt x="3531" y="4548"/>
                      <a:pt x="4549" y="3531"/>
                      <a:pt x="4549" y="2275"/>
                    </a:cubicBezTo>
                    <a:cubicBezTo>
                      <a:pt x="4549" y="1019"/>
                      <a:pt x="3531" y="1"/>
                      <a:pt x="22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44"/>
              <p:cNvSpPr/>
              <p:nvPr/>
            </p:nvSpPr>
            <p:spPr>
              <a:xfrm>
                <a:off x="1992225" y="3318725"/>
                <a:ext cx="124775" cy="113650"/>
              </a:xfrm>
              <a:custGeom>
                <a:rect b="b" l="l" r="r" t="t"/>
                <a:pathLst>
                  <a:path extrusionOk="0" h="4546" w="4991">
                    <a:moveTo>
                      <a:pt x="2496" y="0"/>
                    </a:moveTo>
                    <a:cubicBezTo>
                      <a:pt x="1914" y="0"/>
                      <a:pt x="1332" y="222"/>
                      <a:pt x="888" y="666"/>
                    </a:cubicBezTo>
                    <a:cubicBezTo>
                      <a:pt x="0" y="1553"/>
                      <a:pt x="0" y="2993"/>
                      <a:pt x="888" y="3880"/>
                    </a:cubicBezTo>
                    <a:cubicBezTo>
                      <a:pt x="1332" y="4324"/>
                      <a:pt x="1914" y="4546"/>
                      <a:pt x="2496" y="4546"/>
                    </a:cubicBezTo>
                    <a:cubicBezTo>
                      <a:pt x="3078" y="4546"/>
                      <a:pt x="3660" y="4324"/>
                      <a:pt x="4103" y="3880"/>
                    </a:cubicBezTo>
                    <a:cubicBezTo>
                      <a:pt x="4990" y="2993"/>
                      <a:pt x="4990" y="1554"/>
                      <a:pt x="4103" y="666"/>
                    </a:cubicBezTo>
                    <a:cubicBezTo>
                      <a:pt x="3660" y="222"/>
                      <a:pt x="3078" y="0"/>
                      <a:pt x="24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4"/>
              <p:cNvSpPr/>
              <p:nvPr/>
            </p:nvSpPr>
            <p:spPr>
              <a:xfrm>
                <a:off x="1685600" y="3175350"/>
                <a:ext cx="113675" cy="113725"/>
              </a:xfrm>
              <a:custGeom>
                <a:rect b="b" l="l" r="r" t="t"/>
                <a:pathLst>
                  <a:path extrusionOk="0" h="4549" w="4547">
                    <a:moveTo>
                      <a:pt x="2273" y="1"/>
                    </a:moveTo>
                    <a:cubicBezTo>
                      <a:pt x="1018" y="1"/>
                      <a:pt x="0" y="1019"/>
                      <a:pt x="0" y="2275"/>
                    </a:cubicBezTo>
                    <a:cubicBezTo>
                      <a:pt x="0" y="3531"/>
                      <a:pt x="1018" y="4548"/>
                      <a:pt x="2273" y="4548"/>
                    </a:cubicBezTo>
                    <a:cubicBezTo>
                      <a:pt x="3529" y="4548"/>
                      <a:pt x="4547" y="3531"/>
                      <a:pt x="4547" y="2275"/>
                    </a:cubicBezTo>
                    <a:cubicBezTo>
                      <a:pt x="4547" y="1019"/>
                      <a:pt x="3529" y="1"/>
                      <a:pt x="22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" name="Google Shape;60;p44"/>
            <p:cNvGrpSpPr/>
            <p:nvPr/>
          </p:nvGrpSpPr>
          <p:grpSpPr>
            <a:xfrm>
              <a:off x="7626428" y="4604005"/>
              <a:ext cx="1972443" cy="461704"/>
              <a:chOff x="5000750" y="481775"/>
              <a:chExt cx="1329050" cy="311100"/>
            </a:xfrm>
          </p:grpSpPr>
          <p:sp>
            <p:nvSpPr>
              <p:cNvPr id="61" name="Google Shape;61;p44"/>
              <p:cNvSpPr/>
              <p:nvPr/>
            </p:nvSpPr>
            <p:spPr>
              <a:xfrm>
                <a:off x="5026400" y="621850"/>
                <a:ext cx="1303400" cy="147700"/>
              </a:xfrm>
              <a:custGeom>
                <a:rect b="b" l="l" r="r" t="t"/>
                <a:pathLst>
                  <a:path extrusionOk="0" h="5908" w="52136">
                    <a:moveTo>
                      <a:pt x="24815" y="0"/>
                    </a:moveTo>
                    <a:lnTo>
                      <a:pt x="19094" y="5721"/>
                    </a:lnTo>
                    <a:lnTo>
                      <a:pt x="1" y="5721"/>
                    </a:lnTo>
                    <a:lnTo>
                      <a:pt x="1" y="5908"/>
                    </a:lnTo>
                    <a:lnTo>
                      <a:pt x="19170" y="5908"/>
                    </a:lnTo>
                    <a:lnTo>
                      <a:pt x="24891" y="186"/>
                    </a:lnTo>
                    <a:lnTo>
                      <a:pt x="52136" y="186"/>
                    </a:lnTo>
                    <a:cubicBezTo>
                      <a:pt x="52090" y="135"/>
                      <a:pt x="52060" y="69"/>
                      <a:pt x="52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44"/>
              <p:cNvSpPr/>
              <p:nvPr/>
            </p:nvSpPr>
            <p:spPr>
              <a:xfrm>
                <a:off x="5161775" y="575150"/>
                <a:ext cx="1109150" cy="147725"/>
              </a:xfrm>
              <a:custGeom>
                <a:rect b="b" l="l" r="r" t="t"/>
                <a:pathLst>
                  <a:path extrusionOk="0" h="5909" w="44366">
                    <a:moveTo>
                      <a:pt x="19400" y="1"/>
                    </a:moveTo>
                    <a:lnTo>
                      <a:pt x="13679" y="5722"/>
                    </a:lnTo>
                    <a:lnTo>
                      <a:pt x="1" y="5722"/>
                    </a:lnTo>
                    <a:lnTo>
                      <a:pt x="1" y="5908"/>
                    </a:lnTo>
                    <a:lnTo>
                      <a:pt x="13756" y="5908"/>
                    </a:lnTo>
                    <a:lnTo>
                      <a:pt x="19477" y="188"/>
                    </a:lnTo>
                    <a:lnTo>
                      <a:pt x="44350" y="188"/>
                    </a:lnTo>
                    <a:cubicBezTo>
                      <a:pt x="44343" y="125"/>
                      <a:pt x="44349" y="62"/>
                      <a:pt x="44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4"/>
              <p:cNvSpPr/>
              <p:nvPr/>
            </p:nvSpPr>
            <p:spPr>
              <a:xfrm>
                <a:off x="5270725" y="528425"/>
                <a:ext cx="949350" cy="147725"/>
              </a:xfrm>
              <a:custGeom>
                <a:rect b="b" l="l" r="r" t="t"/>
                <a:pathLst>
                  <a:path extrusionOk="0" h="5909" w="37974">
                    <a:moveTo>
                      <a:pt x="15042" y="1"/>
                    </a:moveTo>
                    <a:lnTo>
                      <a:pt x="9321" y="5722"/>
                    </a:lnTo>
                    <a:lnTo>
                      <a:pt x="0" y="5722"/>
                    </a:lnTo>
                    <a:lnTo>
                      <a:pt x="0" y="5908"/>
                    </a:lnTo>
                    <a:lnTo>
                      <a:pt x="9398" y="5908"/>
                    </a:lnTo>
                    <a:lnTo>
                      <a:pt x="15119" y="188"/>
                    </a:lnTo>
                    <a:lnTo>
                      <a:pt x="37974" y="188"/>
                    </a:lnTo>
                    <a:cubicBezTo>
                      <a:pt x="37954" y="128"/>
                      <a:pt x="37949" y="64"/>
                      <a:pt x="379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4"/>
              <p:cNvSpPr/>
              <p:nvPr/>
            </p:nvSpPr>
            <p:spPr>
              <a:xfrm>
                <a:off x="5360950" y="481775"/>
                <a:ext cx="831450" cy="147700"/>
              </a:xfrm>
              <a:custGeom>
                <a:rect b="b" l="l" r="r" t="t"/>
                <a:pathLst>
                  <a:path extrusionOk="0" h="5908" w="33258">
                    <a:moveTo>
                      <a:pt x="11433" y="0"/>
                    </a:moveTo>
                    <a:lnTo>
                      <a:pt x="5712" y="5722"/>
                    </a:lnTo>
                    <a:lnTo>
                      <a:pt x="0" y="5722"/>
                    </a:lnTo>
                    <a:lnTo>
                      <a:pt x="0" y="5908"/>
                    </a:lnTo>
                    <a:lnTo>
                      <a:pt x="5789" y="5908"/>
                    </a:lnTo>
                    <a:lnTo>
                      <a:pt x="11510" y="186"/>
                    </a:lnTo>
                    <a:lnTo>
                      <a:pt x="33257" y="186"/>
                    </a:lnTo>
                    <a:cubicBezTo>
                      <a:pt x="33236" y="125"/>
                      <a:pt x="33228" y="61"/>
                      <a:pt x="332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44"/>
              <p:cNvSpPr/>
              <p:nvPr/>
            </p:nvSpPr>
            <p:spPr>
              <a:xfrm>
                <a:off x="5335300" y="601475"/>
                <a:ext cx="51375" cy="51375"/>
              </a:xfrm>
              <a:custGeom>
                <a:rect b="b" l="l" r="r" t="t"/>
                <a:pathLst>
                  <a:path extrusionOk="0" h="2055" w="2055">
                    <a:moveTo>
                      <a:pt x="2055" y="1027"/>
                    </a:moveTo>
                    <a:cubicBezTo>
                      <a:pt x="2055" y="1594"/>
                      <a:pt x="1596" y="2055"/>
                      <a:pt x="1027" y="2055"/>
                    </a:cubicBezTo>
                    <a:cubicBezTo>
                      <a:pt x="460" y="2055"/>
                      <a:pt x="0" y="1594"/>
                      <a:pt x="0" y="1027"/>
                    </a:cubicBezTo>
                    <a:cubicBezTo>
                      <a:pt x="0" y="460"/>
                      <a:pt x="459" y="0"/>
                      <a:pt x="1027" y="0"/>
                    </a:cubicBezTo>
                    <a:cubicBezTo>
                      <a:pt x="1594" y="0"/>
                      <a:pt x="2055" y="461"/>
                      <a:pt x="2055" y="10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44"/>
              <p:cNvSpPr/>
              <p:nvPr/>
            </p:nvSpPr>
            <p:spPr>
              <a:xfrm>
                <a:off x="5245025" y="64812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5"/>
                      <a:pt x="1595" y="2055"/>
                      <a:pt x="1028" y="2055"/>
                    </a:cubicBezTo>
                    <a:cubicBezTo>
                      <a:pt x="459" y="2055"/>
                      <a:pt x="1" y="1594"/>
                      <a:pt x="1" y="1028"/>
                    </a:cubicBezTo>
                    <a:cubicBezTo>
                      <a:pt x="1" y="462"/>
                      <a:pt x="459" y="1"/>
                      <a:pt x="1028" y="1"/>
                    </a:cubicBezTo>
                    <a:cubicBezTo>
                      <a:pt x="1595" y="1"/>
                      <a:pt x="2055" y="462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44"/>
              <p:cNvSpPr/>
              <p:nvPr/>
            </p:nvSpPr>
            <p:spPr>
              <a:xfrm>
                <a:off x="5134550" y="69482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4"/>
                      <a:pt x="1594" y="2055"/>
                      <a:pt x="1028" y="2055"/>
                    </a:cubicBezTo>
                    <a:cubicBezTo>
                      <a:pt x="461" y="2055"/>
                      <a:pt x="0" y="1594"/>
                      <a:pt x="0" y="1028"/>
                    </a:cubicBezTo>
                    <a:cubicBezTo>
                      <a:pt x="0" y="461"/>
                      <a:pt x="461" y="0"/>
                      <a:pt x="1028" y="0"/>
                    </a:cubicBezTo>
                    <a:cubicBezTo>
                      <a:pt x="1595" y="0"/>
                      <a:pt x="2055" y="461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4"/>
              <p:cNvSpPr/>
              <p:nvPr/>
            </p:nvSpPr>
            <p:spPr>
              <a:xfrm>
                <a:off x="5000750" y="74147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6"/>
                      <a:pt x="1596" y="2056"/>
                      <a:pt x="1028" y="2056"/>
                    </a:cubicBezTo>
                    <a:cubicBezTo>
                      <a:pt x="460" y="2056"/>
                      <a:pt x="0" y="1595"/>
                      <a:pt x="0" y="1028"/>
                    </a:cubicBezTo>
                    <a:cubicBezTo>
                      <a:pt x="0" y="462"/>
                      <a:pt x="460" y="1"/>
                      <a:pt x="1028" y="1"/>
                    </a:cubicBezTo>
                    <a:cubicBezTo>
                      <a:pt x="1596" y="1"/>
                      <a:pt x="2055" y="462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5"/>
          <p:cNvPicPr preferRelativeResize="0"/>
          <p:nvPr/>
        </p:nvPicPr>
        <p:blipFill rotWithShape="1">
          <a:blip r:embed="rId2">
            <a:alphaModFix amt="51000"/>
          </a:blip>
          <a:srcRect b="0" l="0" r="0" t="0"/>
          <a:stretch/>
        </p:blipFill>
        <p:spPr>
          <a:xfrm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2" type="title"/>
          </p:nvPr>
        </p:nvSpPr>
        <p:spPr>
          <a:xfrm>
            <a:off x="1576638" y="1283271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45"/>
          <p:cNvSpPr txBox="1"/>
          <p:nvPr>
            <p:ph idx="3" type="title"/>
          </p:nvPr>
        </p:nvSpPr>
        <p:spPr>
          <a:xfrm>
            <a:off x="1576650" y="3015191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45"/>
          <p:cNvSpPr txBox="1"/>
          <p:nvPr>
            <p:ph idx="4" type="title"/>
          </p:nvPr>
        </p:nvSpPr>
        <p:spPr>
          <a:xfrm>
            <a:off x="4204650" y="1283271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45"/>
          <p:cNvSpPr txBox="1"/>
          <p:nvPr>
            <p:ph idx="5" type="title"/>
          </p:nvPr>
        </p:nvSpPr>
        <p:spPr>
          <a:xfrm>
            <a:off x="4204663" y="3015191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45"/>
          <p:cNvSpPr txBox="1"/>
          <p:nvPr>
            <p:ph idx="6" type="title"/>
          </p:nvPr>
        </p:nvSpPr>
        <p:spPr>
          <a:xfrm>
            <a:off x="6832663" y="1283271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45"/>
          <p:cNvSpPr txBox="1"/>
          <p:nvPr>
            <p:ph idx="7" type="title"/>
          </p:nvPr>
        </p:nvSpPr>
        <p:spPr>
          <a:xfrm>
            <a:off x="6832675" y="3015191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" name="Google Shape;78;p45"/>
          <p:cNvSpPr txBox="1"/>
          <p:nvPr>
            <p:ph idx="1" type="subTitle"/>
          </p:nvPr>
        </p:nvSpPr>
        <p:spPr>
          <a:xfrm>
            <a:off x="1029600" y="2014663"/>
            <a:ext cx="1828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9" name="Google Shape;79;p45"/>
          <p:cNvSpPr txBox="1"/>
          <p:nvPr>
            <p:ph idx="8" type="subTitle"/>
          </p:nvPr>
        </p:nvSpPr>
        <p:spPr>
          <a:xfrm>
            <a:off x="3657613" y="2014663"/>
            <a:ext cx="1828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0" name="Google Shape;80;p45"/>
          <p:cNvSpPr txBox="1"/>
          <p:nvPr>
            <p:ph idx="9" type="subTitle"/>
          </p:nvPr>
        </p:nvSpPr>
        <p:spPr>
          <a:xfrm>
            <a:off x="6285625" y="2014663"/>
            <a:ext cx="1828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1" name="Google Shape;81;p45"/>
          <p:cNvSpPr txBox="1"/>
          <p:nvPr>
            <p:ph idx="13" type="subTitle"/>
          </p:nvPr>
        </p:nvSpPr>
        <p:spPr>
          <a:xfrm>
            <a:off x="1029588" y="3745550"/>
            <a:ext cx="1828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2" name="Google Shape;82;p45"/>
          <p:cNvSpPr txBox="1"/>
          <p:nvPr>
            <p:ph idx="14" type="subTitle"/>
          </p:nvPr>
        </p:nvSpPr>
        <p:spPr>
          <a:xfrm>
            <a:off x="3657600" y="3745550"/>
            <a:ext cx="1828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3" name="Google Shape;83;p45"/>
          <p:cNvSpPr txBox="1"/>
          <p:nvPr>
            <p:ph idx="15" type="subTitle"/>
          </p:nvPr>
        </p:nvSpPr>
        <p:spPr>
          <a:xfrm>
            <a:off x="6285613" y="3745550"/>
            <a:ext cx="1828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84" name="Google Shape;84;p45"/>
          <p:cNvGrpSpPr/>
          <p:nvPr/>
        </p:nvGrpSpPr>
        <p:grpSpPr>
          <a:xfrm>
            <a:off x="-328362" y="119913"/>
            <a:ext cx="9395225" cy="4974163"/>
            <a:chOff x="-328362" y="119913"/>
            <a:chExt cx="9395225" cy="4974163"/>
          </a:xfrm>
        </p:grpSpPr>
        <p:grpSp>
          <p:nvGrpSpPr>
            <p:cNvPr id="85" name="Google Shape;85;p45"/>
            <p:cNvGrpSpPr/>
            <p:nvPr/>
          </p:nvGrpSpPr>
          <p:grpSpPr>
            <a:xfrm>
              <a:off x="-328362" y="4604000"/>
              <a:ext cx="2083175" cy="490075"/>
              <a:chOff x="4249200" y="1725050"/>
              <a:chExt cx="2083175" cy="490075"/>
            </a:xfrm>
          </p:grpSpPr>
          <p:sp>
            <p:nvSpPr>
              <p:cNvPr id="86" name="Google Shape;86;p45"/>
              <p:cNvSpPr/>
              <p:nvPr/>
            </p:nvSpPr>
            <p:spPr>
              <a:xfrm>
                <a:off x="4308925" y="2086325"/>
                <a:ext cx="1707600" cy="128800"/>
              </a:xfrm>
              <a:custGeom>
                <a:rect b="b" l="l" r="r" t="t"/>
                <a:pathLst>
                  <a:path extrusionOk="0" h="5152" w="68304">
                    <a:moveTo>
                      <a:pt x="32499" y="1"/>
                    </a:moveTo>
                    <a:lnTo>
                      <a:pt x="27650" y="4851"/>
                    </a:lnTo>
                    <a:lnTo>
                      <a:pt x="0" y="4851"/>
                    </a:lnTo>
                    <a:lnTo>
                      <a:pt x="0" y="5152"/>
                    </a:lnTo>
                    <a:lnTo>
                      <a:pt x="27775" y="5152"/>
                    </a:lnTo>
                    <a:lnTo>
                      <a:pt x="32624" y="302"/>
                    </a:lnTo>
                    <a:lnTo>
                      <a:pt x="68303" y="302"/>
                    </a:lnTo>
                    <a:lnTo>
                      <a:pt x="683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45"/>
              <p:cNvSpPr/>
              <p:nvPr/>
            </p:nvSpPr>
            <p:spPr>
              <a:xfrm>
                <a:off x="4249200" y="1888950"/>
                <a:ext cx="1901425" cy="255925"/>
              </a:xfrm>
              <a:custGeom>
                <a:rect b="b" l="l" r="r" t="t"/>
                <a:pathLst>
                  <a:path extrusionOk="0" h="10237" w="76057">
                    <a:moveTo>
                      <a:pt x="56808" y="0"/>
                    </a:moveTo>
                    <a:lnTo>
                      <a:pt x="46873" y="9935"/>
                    </a:lnTo>
                    <a:lnTo>
                      <a:pt x="27055" y="9935"/>
                    </a:lnTo>
                    <a:lnTo>
                      <a:pt x="22244" y="5124"/>
                    </a:lnTo>
                    <a:lnTo>
                      <a:pt x="1" y="5124"/>
                    </a:lnTo>
                    <a:lnTo>
                      <a:pt x="1" y="5425"/>
                    </a:lnTo>
                    <a:lnTo>
                      <a:pt x="22119" y="5425"/>
                    </a:lnTo>
                    <a:lnTo>
                      <a:pt x="26930" y="10237"/>
                    </a:lnTo>
                    <a:lnTo>
                      <a:pt x="46998" y="10237"/>
                    </a:lnTo>
                    <a:lnTo>
                      <a:pt x="56933" y="301"/>
                    </a:lnTo>
                    <a:lnTo>
                      <a:pt x="76056" y="301"/>
                    </a:lnTo>
                    <a:lnTo>
                      <a:pt x="7605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45"/>
              <p:cNvSpPr/>
              <p:nvPr/>
            </p:nvSpPr>
            <p:spPr>
              <a:xfrm>
                <a:off x="4285100" y="1725050"/>
                <a:ext cx="1548425" cy="186700"/>
              </a:xfrm>
              <a:custGeom>
                <a:rect b="b" l="l" r="r" t="t"/>
                <a:pathLst>
                  <a:path extrusionOk="0" h="7468" w="61937">
                    <a:moveTo>
                      <a:pt x="38840" y="1"/>
                    </a:moveTo>
                    <a:lnTo>
                      <a:pt x="31676" y="7165"/>
                    </a:lnTo>
                    <a:lnTo>
                      <a:pt x="1" y="7165"/>
                    </a:lnTo>
                    <a:lnTo>
                      <a:pt x="1" y="7467"/>
                    </a:lnTo>
                    <a:lnTo>
                      <a:pt x="31800" y="7467"/>
                    </a:lnTo>
                    <a:lnTo>
                      <a:pt x="38965" y="303"/>
                    </a:lnTo>
                    <a:lnTo>
                      <a:pt x="61936" y="303"/>
                    </a:lnTo>
                    <a:lnTo>
                      <a:pt x="619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5"/>
              <p:cNvSpPr/>
              <p:nvPr/>
            </p:nvSpPr>
            <p:spPr>
              <a:xfrm>
                <a:off x="5884550" y="1851850"/>
                <a:ext cx="70825" cy="81775"/>
              </a:xfrm>
              <a:custGeom>
                <a:rect b="b" l="l" r="r" t="t"/>
                <a:pathLst>
                  <a:path extrusionOk="0" h="3271" w="2833">
                    <a:moveTo>
                      <a:pt x="0" y="0"/>
                    </a:moveTo>
                    <a:lnTo>
                      <a:pt x="0" y="3270"/>
                    </a:lnTo>
                    <a:lnTo>
                      <a:pt x="2832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45"/>
              <p:cNvSpPr/>
              <p:nvPr/>
            </p:nvSpPr>
            <p:spPr>
              <a:xfrm>
                <a:off x="5978825" y="1851850"/>
                <a:ext cx="70775" cy="81775"/>
              </a:xfrm>
              <a:custGeom>
                <a:rect b="b" l="l" r="r" t="t"/>
                <a:pathLst>
                  <a:path extrusionOk="0" h="3271" w="2831">
                    <a:moveTo>
                      <a:pt x="0" y="0"/>
                    </a:moveTo>
                    <a:lnTo>
                      <a:pt x="0" y="3270"/>
                    </a:lnTo>
                    <a:lnTo>
                      <a:pt x="2830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45"/>
              <p:cNvSpPr/>
              <p:nvPr/>
            </p:nvSpPr>
            <p:spPr>
              <a:xfrm>
                <a:off x="6073075" y="1851850"/>
                <a:ext cx="70800" cy="81775"/>
              </a:xfrm>
              <a:custGeom>
                <a:rect b="b" l="l" r="r" t="t"/>
                <a:pathLst>
                  <a:path extrusionOk="0" h="3271" w="2832">
                    <a:moveTo>
                      <a:pt x="1" y="0"/>
                    </a:moveTo>
                    <a:lnTo>
                      <a:pt x="1" y="3270"/>
                    </a:lnTo>
                    <a:lnTo>
                      <a:pt x="2832" y="16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5"/>
              <p:cNvSpPr/>
              <p:nvPr/>
            </p:nvSpPr>
            <p:spPr>
              <a:xfrm>
                <a:off x="6167325" y="1851850"/>
                <a:ext cx="70825" cy="81775"/>
              </a:xfrm>
              <a:custGeom>
                <a:rect b="b" l="l" r="r" t="t"/>
                <a:pathLst>
                  <a:path extrusionOk="0" h="3271" w="2833">
                    <a:moveTo>
                      <a:pt x="1" y="0"/>
                    </a:moveTo>
                    <a:lnTo>
                      <a:pt x="1" y="3270"/>
                    </a:lnTo>
                    <a:lnTo>
                      <a:pt x="2833" y="16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45"/>
              <p:cNvSpPr/>
              <p:nvPr/>
            </p:nvSpPr>
            <p:spPr>
              <a:xfrm>
                <a:off x="6261625" y="1851850"/>
                <a:ext cx="70750" cy="81775"/>
              </a:xfrm>
              <a:custGeom>
                <a:rect b="b" l="l" r="r" t="t"/>
                <a:pathLst>
                  <a:path extrusionOk="0" h="3271" w="2830">
                    <a:moveTo>
                      <a:pt x="0" y="0"/>
                    </a:moveTo>
                    <a:lnTo>
                      <a:pt x="0" y="3270"/>
                    </a:lnTo>
                    <a:lnTo>
                      <a:pt x="2830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45"/>
              <p:cNvSpPr/>
              <p:nvPr/>
            </p:nvSpPr>
            <p:spPr>
              <a:xfrm>
                <a:off x="4765500" y="1743500"/>
                <a:ext cx="84325" cy="84350"/>
              </a:xfrm>
              <a:custGeom>
                <a:rect b="b" l="l" r="r" t="t"/>
                <a:pathLst>
                  <a:path extrusionOk="0" h="3374" w="3373">
                    <a:moveTo>
                      <a:pt x="1686" y="1"/>
                    </a:moveTo>
                    <a:cubicBezTo>
                      <a:pt x="756" y="1"/>
                      <a:pt x="0" y="755"/>
                      <a:pt x="0" y="1687"/>
                    </a:cubicBezTo>
                    <a:cubicBezTo>
                      <a:pt x="0" y="2619"/>
                      <a:pt x="756" y="3373"/>
                      <a:pt x="1686" y="3373"/>
                    </a:cubicBezTo>
                    <a:cubicBezTo>
                      <a:pt x="2618" y="3373"/>
                      <a:pt x="3372" y="2619"/>
                      <a:pt x="3372" y="1687"/>
                    </a:cubicBezTo>
                    <a:cubicBezTo>
                      <a:pt x="3372" y="755"/>
                      <a:pt x="2618" y="1"/>
                      <a:pt x="16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45"/>
              <p:cNvSpPr/>
              <p:nvPr/>
            </p:nvSpPr>
            <p:spPr>
              <a:xfrm>
                <a:off x="4896900" y="1760250"/>
                <a:ext cx="50850" cy="50850"/>
              </a:xfrm>
              <a:custGeom>
                <a:rect b="b" l="l" r="r" t="t"/>
                <a:pathLst>
                  <a:path extrusionOk="0" h="2034" w="2034">
                    <a:moveTo>
                      <a:pt x="1017" y="303"/>
                    </a:moveTo>
                    <a:cubicBezTo>
                      <a:pt x="1412" y="303"/>
                      <a:pt x="1732" y="623"/>
                      <a:pt x="1732" y="1017"/>
                    </a:cubicBezTo>
                    <a:cubicBezTo>
                      <a:pt x="1732" y="1412"/>
                      <a:pt x="1412" y="1732"/>
                      <a:pt x="1017" y="1732"/>
                    </a:cubicBezTo>
                    <a:cubicBezTo>
                      <a:pt x="623" y="1732"/>
                      <a:pt x="303" y="1412"/>
                      <a:pt x="303" y="1017"/>
                    </a:cubicBezTo>
                    <a:cubicBezTo>
                      <a:pt x="303" y="623"/>
                      <a:pt x="623" y="303"/>
                      <a:pt x="1017" y="303"/>
                    </a:cubicBezTo>
                    <a:close/>
                    <a:moveTo>
                      <a:pt x="1017" y="0"/>
                    </a:moveTo>
                    <a:cubicBezTo>
                      <a:pt x="457" y="0"/>
                      <a:pt x="0" y="456"/>
                      <a:pt x="0" y="1017"/>
                    </a:cubicBezTo>
                    <a:cubicBezTo>
                      <a:pt x="0" y="1578"/>
                      <a:pt x="457" y="2033"/>
                      <a:pt x="1017" y="2033"/>
                    </a:cubicBezTo>
                    <a:cubicBezTo>
                      <a:pt x="1577" y="2033"/>
                      <a:pt x="2033" y="1577"/>
                      <a:pt x="2033" y="1017"/>
                    </a:cubicBezTo>
                    <a:cubicBezTo>
                      <a:pt x="2033" y="457"/>
                      <a:pt x="1577" y="0"/>
                      <a:pt x="10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45"/>
              <p:cNvSpPr/>
              <p:nvPr/>
            </p:nvSpPr>
            <p:spPr>
              <a:xfrm>
                <a:off x="4985075" y="1764025"/>
                <a:ext cx="43275" cy="43300"/>
              </a:xfrm>
              <a:custGeom>
                <a:rect b="b" l="l" r="r" t="t"/>
                <a:pathLst>
                  <a:path extrusionOk="0" h="1732" w="1731">
                    <a:moveTo>
                      <a:pt x="866" y="1"/>
                    </a:moveTo>
                    <a:cubicBezTo>
                      <a:pt x="387" y="1"/>
                      <a:pt x="0" y="388"/>
                      <a:pt x="0" y="866"/>
                    </a:cubicBezTo>
                    <a:cubicBezTo>
                      <a:pt x="0" y="1344"/>
                      <a:pt x="387" y="1731"/>
                      <a:pt x="866" y="1731"/>
                    </a:cubicBezTo>
                    <a:cubicBezTo>
                      <a:pt x="1344" y="1731"/>
                      <a:pt x="1731" y="1344"/>
                      <a:pt x="1731" y="866"/>
                    </a:cubicBezTo>
                    <a:cubicBezTo>
                      <a:pt x="1731" y="388"/>
                      <a:pt x="1343" y="1"/>
                      <a:pt x="8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45"/>
              <p:cNvSpPr/>
              <p:nvPr/>
            </p:nvSpPr>
            <p:spPr>
              <a:xfrm>
                <a:off x="5069400" y="1764025"/>
                <a:ext cx="43325" cy="43300"/>
              </a:xfrm>
              <a:custGeom>
                <a:rect b="b" l="l" r="r" t="t"/>
                <a:pathLst>
                  <a:path extrusionOk="0" h="1732" w="1733">
                    <a:moveTo>
                      <a:pt x="867" y="1"/>
                    </a:moveTo>
                    <a:cubicBezTo>
                      <a:pt x="389" y="1"/>
                      <a:pt x="1" y="388"/>
                      <a:pt x="1" y="866"/>
                    </a:cubicBezTo>
                    <a:cubicBezTo>
                      <a:pt x="1" y="1344"/>
                      <a:pt x="389" y="1731"/>
                      <a:pt x="867" y="1731"/>
                    </a:cubicBezTo>
                    <a:cubicBezTo>
                      <a:pt x="1345" y="1731"/>
                      <a:pt x="1732" y="1344"/>
                      <a:pt x="1732" y="866"/>
                    </a:cubicBezTo>
                    <a:cubicBezTo>
                      <a:pt x="1732" y="388"/>
                      <a:pt x="1345" y="1"/>
                      <a:pt x="8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oogle Shape;98;p45"/>
            <p:cNvGrpSpPr/>
            <p:nvPr/>
          </p:nvGrpSpPr>
          <p:grpSpPr>
            <a:xfrm rot="5400000">
              <a:off x="7614300" y="1027825"/>
              <a:ext cx="2360475" cy="544650"/>
              <a:chOff x="1492450" y="1911750"/>
              <a:chExt cx="2360475" cy="544650"/>
            </a:xfrm>
          </p:grpSpPr>
          <p:sp>
            <p:nvSpPr>
              <p:cNvPr id="99" name="Google Shape;99;p45"/>
              <p:cNvSpPr/>
              <p:nvPr/>
            </p:nvSpPr>
            <p:spPr>
              <a:xfrm>
                <a:off x="3086750" y="2015325"/>
                <a:ext cx="154050" cy="4100"/>
              </a:xfrm>
              <a:custGeom>
                <a:rect b="b" l="l" r="r" t="t"/>
                <a:pathLst>
                  <a:path extrusionOk="0" h="164" w="6162">
                    <a:moveTo>
                      <a:pt x="82" y="0"/>
                    </a:moveTo>
                    <a:cubicBezTo>
                      <a:pt x="36" y="0"/>
                      <a:pt x="1" y="37"/>
                      <a:pt x="1" y="82"/>
                    </a:cubicBezTo>
                    <a:cubicBezTo>
                      <a:pt x="1" y="126"/>
                      <a:pt x="36" y="163"/>
                      <a:pt x="82" y="163"/>
                    </a:cubicBezTo>
                    <a:lnTo>
                      <a:pt x="6080" y="163"/>
                    </a:lnTo>
                    <a:cubicBezTo>
                      <a:pt x="6127" y="163"/>
                      <a:pt x="6161" y="126"/>
                      <a:pt x="6161" y="82"/>
                    </a:cubicBezTo>
                    <a:cubicBezTo>
                      <a:pt x="6161" y="37"/>
                      <a:pt x="6124" y="0"/>
                      <a:pt x="60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45"/>
              <p:cNvSpPr/>
              <p:nvPr/>
            </p:nvSpPr>
            <p:spPr>
              <a:xfrm>
                <a:off x="32233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8" y="1234"/>
                      <a:pt x="1234" y="957"/>
                      <a:pt x="1234" y="617"/>
                    </a:cubicBezTo>
                    <a:cubicBezTo>
                      <a:pt x="1234" y="277"/>
                      <a:pt x="958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45"/>
              <p:cNvSpPr/>
              <p:nvPr/>
            </p:nvSpPr>
            <p:spPr>
              <a:xfrm>
                <a:off x="26791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29" y="0"/>
                    </a:moveTo>
                    <a:cubicBezTo>
                      <a:pt x="147" y="0"/>
                      <a:pt x="1" y="147"/>
                      <a:pt x="1" y="330"/>
                    </a:cubicBezTo>
                    <a:cubicBezTo>
                      <a:pt x="1" y="511"/>
                      <a:pt x="148" y="658"/>
                      <a:pt x="329" y="658"/>
                    </a:cubicBezTo>
                    <a:lnTo>
                      <a:pt x="1095" y="658"/>
                    </a:lnTo>
                    <a:cubicBezTo>
                      <a:pt x="1277" y="658"/>
                      <a:pt x="1425" y="511"/>
                      <a:pt x="1425" y="330"/>
                    </a:cubicBezTo>
                    <a:cubicBezTo>
                      <a:pt x="1425" y="147"/>
                      <a:pt x="1277" y="0"/>
                      <a:pt x="10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45"/>
              <p:cNvSpPr/>
              <p:nvPr/>
            </p:nvSpPr>
            <p:spPr>
              <a:xfrm>
                <a:off x="2740975" y="2009100"/>
                <a:ext cx="294175" cy="16475"/>
              </a:xfrm>
              <a:custGeom>
                <a:rect b="b" l="l" r="r" t="t"/>
                <a:pathLst>
                  <a:path extrusionOk="0" h="659" w="11767">
                    <a:moveTo>
                      <a:pt x="330" y="0"/>
                    </a:moveTo>
                    <a:cubicBezTo>
                      <a:pt x="148" y="0"/>
                      <a:pt x="1" y="147"/>
                      <a:pt x="1" y="330"/>
                    </a:cubicBezTo>
                    <a:cubicBezTo>
                      <a:pt x="1" y="511"/>
                      <a:pt x="150" y="658"/>
                      <a:pt x="330" y="658"/>
                    </a:cubicBezTo>
                    <a:lnTo>
                      <a:pt x="1825" y="658"/>
                    </a:lnTo>
                    <a:cubicBezTo>
                      <a:pt x="2006" y="658"/>
                      <a:pt x="2154" y="511"/>
                      <a:pt x="2154" y="330"/>
                    </a:cubicBezTo>
                    <a:cubicBezTo>
                      <a:pt x="2154" y="147"/>
                      <a:pt x="2006" y="0"/>
                      <a:pt x="1825" y="0"/>
                    </a:cubicBezTo>
                    <a:close/>
                    <a:moveTo>
                      <a:pt x="3534" y="0"/>
                    </a:moveTo>
                    <a:cubicBezTo>
                      <a:pt x="3353" y="0"/>
                      <a:pt x="3206" y="147"/>
                      <a:pt x="3206" y="330"/>
                    </a:cubicBezTo>
                    <a:cubicBezTo>
                      <a:pt x="3206" y="511"/>
                      <a:pt x="3354" y="658"/>
                      <a:pt x="3534" y="658"/>
                    </a:cubicBezTo>
                    <a:lnTo>
                      <a:pt x="5029" y="658"/>
                    </a:lnTo>
                    <a:cubicBezTo>
                      <a:pt x="5211" y="658"/>
                      <a:pt x="5358" y="511"/>
                      <a:pt x="5358" y="330"/>
                    </a:cubicBezTo>
                    <a:cubicBezTo>
                      <a:pt x="5358" y="147"/>
                      <a:pt x="5211" y="0"/>
                      <a:pt x="5029" y="0"/>
                    </a:cubicBezTo>
                    <a:close/>
                    <a:moveTo>
                      <a:pt x="6739" y="0"/>
                    </a:moveTo>
                    <a:cubicBezTo>
                      <a:pt x="6556" y="0"/>
                      <a:pt x="6410" y="147"/>
                      <a:pt x="6410" y="330"/>
                    </a:cubicBezTo>
                    <a:cubicBezTo>
                      <a:pt x="6410" y="511"/>
                      <a:pt x="6558" y="658"/>
                      <a:pt x="6739" y="658"/>
                    </a:cubicBezTo>
                    <a:lnTo>
                      <a:pt x="8234" y="658"/>
                    </a:lnTo>
                    <a:cubicBezTo>
                      <a:pt x="8414" y="658"/>
                      <a:pt x="8562" y="511"/>
                      <a:pt x="8562" y="330"/>
                    </a:cubicBezTo>
                    <a:cubicBezTo>
                      <a:pt x="8562" y="147"/>
                      <a:pt x="8414" y="0"/>
                      <a:pt x="8234" y="0"/>
                    </a:cubicBezTo>
                    <a:close/>
                    <a:moveTo>
                      <a:pt x="9942" y="0"/>
                    </a:moveTo>
                    <a:cubicBezTo>
                      <a:pt x="9760" y="0"/>
                      <a:pt x="9613" y="147"/>
                      <a:pt x="9613" y="330"/>
                    </a:cubicBezTo>
                    <a:cubicBezTo>
                      <a:pt x="9613" y="511"/>
                      <a:pt x="9761" y="658"/>
                      <a:pt x="9942" y="658"/>
                    </a:cubicBezTo>
                    <a:lnTo>
                      <a:pt x="11437" y="658"/>
                    </a:lnTo>
                    <a:cubicBezTo>
                      <a:pt x="11619" y="658"/>
                      <a:pt x="11766" y="511"/>
                      <a:pt x="11766" y="330"/>
                    </a:cubicBezTo>
                    <a:cubicBezTo>
                      <a:pt x="11766" y="147"/>
                      <a:pt x="11617" y="0"/>
                      <a:pt x="114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45"/>
              <p:cNvSpPr/>
              <p:nvPr/>
            </p:nvSpPr>
            <p:spPr>
              <a:xfrm>
                <a:off x="30614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30" y="0"/>
                    </a:moveTo>
                    <a:cubicBezTo>
                      <a:pt x="147" y="0"/>
                      <a:pt x="0" y="147"/>
                      <a:pt x="0" y="330"/>
                    </a:cubicBezTo>
                    <a:cubicBezTo>
                      <a:pt x="0" y="511"/>
                      <a:pt x="148" y="658"/>
                      <a:pt x="330" y="658"/>
                    </a:cubicBezTo>
                    <a:lnTo>
                      <a:pt x="1096" y="658"/>
                    </a:lnTo>
                    <a:cubicBezTo>
                      <a:pt x="1278" y="658"/>
                      <a:pt x="1424" y="511"/>
                      <a:pt x="1424" y="330"/>
                    </a:cubicBezTo>
                    <a:cubicBezTo>
                      <a:pt x="1424" y="147"/>
                      <a:pt x="1277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45"/>
              <p:cNvSpPr/>
              <p:nvPr/>
            </p:nvSpPr>
            <p:spPr>
              <a:xfrm>
                <a:off x="1520225" y="2015300"/>
                <a:ext cx="1169125" cy="235550"/>
              </a:xfrm>
              <a:custGeom>
                <a:rect b="b" l="l" r="r" t="t"/>
                <a:pathLst>
                  <a:path extrusionOk="0" h="9422" w="46765">
                    <a:moveTo>
                      <a:pt x="9349" y="0"/>
                    </a:moveTo>
                    <a:cubicBezTo>
                      <a:pt x="9328" y="0"/>
                      <a:pt x="9306" y="9"/>
                      <a:pt x="9291" y="24"/>
                    </a:cubicBezTo>
                    <a:lnTo>
                      <a:pt x="34" y="9281"/>
                    </a:lnTo>
                    <a:cubicBezTo>
                      <a:pt x="1" y="9313"/>
                      <a:pt x="1" y="9365"/>
                      <a:pt x="34" y="9397"/>
                    </a:cubicBezTo>
                    <a:cubicBezTo>
                      <a:pt x="50" y="9413"/>
                      <a:pt x="70" y="9421"/>
                      <a:pt x="92" y="9421"/>
                    </a:cubicBezTo>
                    <a:cubicBezTo>
                      <a:pt x="114" y="9421"/>
                      <a:pt x="135" y="9414"/>
                      <a:pt x="152" y="9395"/>
                    </a:cubicBezTo>
                    <a:lnTo>
                      <a:pt x="9384" y="163"/>
                    </a:lnTo>
                    <a:lnTo>
                      <a:pt x="46683" y="163"/>
                    </a:lnTo>
                    <a:cubicBezTo>
                      <a:pt x="46727" y="163"/>
                      <a:pt x="46764" y="126"/>
                      <a:pt x="46764" y="82"/>
                    </a:cubicBezTo>
                    <a:cubicBezTo>
                      <a:pt x="46764" y="36"/>
                      <a:pt x="46727" y="0"/>
                      <a:pt x="46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45"/>
              <p:cNvSpPr/>
              <p:nvPr/>
            </p:nvSpPr>
            <p:spPr>
              <a:xfrm>
                <a:off x="2102650" y="1925075"/>
                <a:ext cx="175350" cy="94350"/>
              </a:xfrm>
              <a:custGeom>
                <a:rect b="b" l="l" r="r" t="t"/>
                <a:pathLst>
                  <a:path extrusionOk="0" h="3774" w="7014">
                    <a:moveTo>
                      <a:pt x="3699" y="1"/>
                    </a:moveTo>
                    <a:cubicBezTo>
                      <a:pt x="3677" y="1"/>
                      <a:pt x="3655" y="11"/>
                      <a:pt x="3641" y="25"/>
                    </a:cubicBezTo>
                    <a:lnTo>
                      <a:pt x="33" y="3633"/>
                    </a:lnTo>
                    <a:cubicBezTo>
                      <a:pt x="0" y="3665"/>
                      <a:pt x="0" y="3717"/>
                      <a:pt x="33" y="3748"/>
                    </a:cubicBezTo>
                    <a:cubicBezTo>
                      <a:pt x="49" y="3765"/>
                      <a:pt x="70" y="3773"/>
                      <a:pt x="92" y="3773"/>
                    </a:cubicBezTo>
                    <a:cubicBezTo>
                      <a:pt x="113" y="3773"/>
                      <a:pt x="133" y="3766"/>
                      <a:pt x="149" y="3747"/>
                    </a:cubicBezTo>
                    <a:lnTo>
                      <a:pt x="3734" y="164"/>
                    </a:lnTo>
                    <a:lnTo>
                      <a:pt x="6932" y="164"/>
                    </a:lnTo>
                    <a:cubicBezTo>
                      <a:pt x="6976" y="164"/>
                      <a:pt x="7013" y="127"/>
                      <a:pt x="7013" y="82"/>
                    </a:cubicBezTo>
                    <a:cubicBezTo>
                      <a:pt x="7013" y="38"/>
                      <a:pt x="6976" y="1"/>
                      <a:pt x="69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5"/>
              <p:cNvSpPr/>
              <p:nvPr/>
            </p:nvSpPr>
            <p:spPr>
              <a:xfrm>
                <a:off x="2260500" y="1911750"/>
                <a:ext cx="30900" cy="30875"/>
              </a:xfrm>
              <a:custGeom>
                <a:rect b="b" l="l" r="r" t="t"/>
                <a:pathLst>
                  <a:path extrusionOk="0" h="1235" w="1236">
                    <a:moveTo>
                      <a:pt x="618" y="0"/>
                    </a:moveTo>
                    <a:cubicBezTo>
                      <a:pt x="278" y="0"/>
                      <a:pt x="0" y="276"/>
                      <a:pt x="0" y="617"/>
                    </a:cubicBezTo>
                    <a:cubicBezTo>
                      <a:pt x="0" y="958"/>
                      <a:pt x="278" y="1234"/>
                      <a:pt x="618" y="1234"/>
                    </a:cubicBezTo>
                    <a:cubicBezTo>
                      <a:pt x="958" y="1234"/>
                      <a:pt x="1235" y="958"/>
                      <a:pt x="1235" y="617"/>
                    </a:cubicBezTo>
                    <a:cubicBezTo>
                      <a:pt x="1235" y="276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45"/>
              <p:cNvSpPr/>
              <p:nvPr/>
            </p:nvSpPr>
            <p:spPr>
              <a:xfrm>
                <a:off x="2538650" y="2015275"/>
                <a:ext cx="461325" cy="131575"/>
              </a:xfrm>
              <a:custGeom>
                <a:rect b="b" l="l" r="r" t="t"/>
                <a:pathLst>
                  <a:path extrusionOk="0" h="5263" w="18453">
                    <a:moveTo>
                      <a:pt x="91" y="1"/>
                    </a:moveTo>
                    <a:cubicBezTo>
                      <a:pt x="70" y="1"/>
                      <a:pt x="49" y="9"/>
                      <a:pt x="33" y="25"/>
                    </a:cubicBezTo>
                    <a:cubicBezTo>
                      <a:pt x="0" y="57"/>
                      <a:pt x="0" y="109"/>
                      <a:pt x="33" y="140"/>
                    </a:cubicBezTo>
                    <a:lnTo>
                      <a:pt x="5130" y="5238"/>
                    </a:lnTo>
                    <a:cubicBezTo>
                      <a:pt x="5147" y="5254"/>
                      <a:pt x="5167" y="5263"/>
                      <a:pt x="5189" y="5263"/>
                    </a:cubicBezTo>
                    <a:lnTo>
                      <a:pt x="18372" y="5263"/>
                    </a:lnTo>
                    <a:cubicBezTo>
                      <a:pt x="18419" y="5263"/>
                      <a:pt x="18452" y="5225"/>
                      <a:pt x="18452" y="5180"/>
                    </a:cubicBezTo>
                    <a:cubicBezTo>
                      <a:pt x="18452" y="5135"/>
                      <a:pt x="18415" y="5099"/>
                      <a:pt x="18371" y="5099"/>
                    </a:cubicBezTo>
                    <a:lnTo>
                      <a:pt x="5222" y="5099"/>
                    </a:lnTo>
                    <a:lnTo>
                      <a:pt x="148" y="25"/>
                    </a:lnTo>
                    <a:cubicBezTo>
                      <a:pt x="133" y="9"/>
                      <a:pt x="112" y="1"/>
                      <a:pt x="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45"/>
              <p:cNvSpPr/>
              <p:nvPr/>
            </p:nvSpPr>
            <p:spPr>
              <a:xfrm>
                <a:off x="2982525" y="21293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1"/>
                    </a:moveTo>
                    <a:cubicBezTo>
                      <a:pt x="277" y="1"/>
                      <a:pt x="0" y="277"/>
                      <a:pt x="0" y="618"/>
                    </a:cubicBezTo>
                    <a:cubicBezTo>
                      <a:pt x="0" y="959"/>
                      <a:pt x="277" y="1235"/>
                      <a:pt x="617" y="1235"/>
                    </a:cubicBezTo>
                    <a:cubicBezTo>
                      <a:pt x="957" y="1235"/>
                      <a:pt x="1234" y="959"/>
                      <a:pt x="1234" y="618"/>
                    </a:cubicBezTo>
                    <a:cubicBezTo>
                      <a:pt x="1234" y="277"/>
                      <a:pt x="957" y="1"/>
                      <a:pt x="6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45"/>
              <p:cNvSpPr/>
              <p:nvPr/>
            </p:nvSpPr>
            <p:spPr>
              <a:xfrm>
                <a:off x="1997625" y="2015300"/>
                <a:ext cx="1841950" cy="415750"/>
              </a:xfrm>
              <a:custGeom>
                <a:rect b="b" l="l" r="r" t="t"/>
                <a:pathLst>
                  <a:path extrusionOk="0" h="16630" w="73678">
                    <a:moveTo>
                      <a:pt x="92" y="0"/>
                    </a:moveTo>
                    <a:cubicBezTo>
                      <a:pt x="71" y="0"/>
                      <a:pt x="50" y="8"/>
                      <a:pt x="33" y="24"/>
                    </a:cubicBezTo>
                    <a:cubicBezTo>
                      <a:pt x="1" y="56"/>
                      <a:pt x="1" y="108"/>
                      <a:pt x="33" y="139"/>
                    </a:cubicBezTo>
                    <a:lnTo>
                      <a:pt x="16498" y="16605"/>
                    </a:lnTo>
                    <a:cubicBezTo>
                      <a:pt x="16514" y="16621"/>
                      <a:pt x="16535" y="16629"/>
                      <a:pt x="16557" y="16629"/>
                    </a:cubicBezTo>
                    <a:lnTo>
                      <a:pt x="73595" y="16629"/>
                    </a:lnTo>
                    <a:cubicBezTo>
                      <a:pt x="73641" y="16629"/>
                      <a:pt x="73677" y="16592"/>
                      <a:pt x="73676" y="16548"/>
                    </a:cubicBezTo>
                    <a:cubicBezTo>
                      <a:pt x="73676" y="16503"/>
                      <a:pt x="73639" y="16466"/>
                      <a:pt x="73595" y="16466"/>
                    </a:cubicBezTo>
                    <a:lnTo>
                      <a:pt x="16590" y="16466"/>
                    </a:lnTo>
                    <a:lnTo>
                      <a:pt x="148" y="24"/>
                    </a:lnTo>
                    <a:cubicBezTo>
                      <a:pt x="133" y="8"/>
                      <a:pt x="112" y="0"/>
                      <a:pt x="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45"/>
              <p:cNvSpPr/>
              <p:nvPr/>
            </p:nvSpPr>
            <p:spPr>
              <a:xfrm>
                <a:off x="3822050" y="2413550"/>
                <a:ext cx="30875" cy="30850"/>
              </a:xfrm>
              <a:custGeom>
                <a:rect b="b" l="l" r="r" t="t"/>
                <a:pathLst>
                  <a:path extrusionOk="0" h="1234" w="1235">
                    <a:moveTo>
                      <a:pt x="618" y="0"/>
                    </a:moveTo>
                    <a:cubicBezTo>
                      <a:pt x="277" y="0"/>
                      <a:pt x="0" y="277"/>
                      <a:pt x="0" y="618"/>
                    </a:cubicBezTo>
                    <a:cubicBezTo>
                      <a:pt x="0" y="958"/>
                      <a:pt x="277" y="1234"/>
                      <a:pt x="618" y="1234"/>
                    </a:cubicBezTo>
                    <a:cubicBezTo>
                      <a:pt x="958" y="1234"/>
                      <a:pt x="1234" y="958"/>
                      <a:pt x="1234" y="618"/>
                    </a:cubicBezTo>
                    <a:cubicBezTo>
                      <a:pt x="1234" y="277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45"/>
              <p:cNvSpPr/>
              <p:nvPr/>
            </p:nvSpPr>
            <p:spPr>
              <a:xfrm>
                <a:off x="2220000" y="2015325"/>
                <a:ext cx="10525" cy="4100"/>
              </a:xfrm>
              <a:custGeom>
                <a:rect b="b" l="l" r="r" t="t"/>
                <a:pathLst>
                  <a:path extrusionOk="0" h="164" w="421">
                    <a:moveTo>
                      <a:pt x="82" y="0"/>
                    </a:moveTo>
                    <a:cubicBezTo>
                      <a:pt x="38" y="0"/>
                      <a:pt x="1" y="37"/>
                      <a:pt x="1" y="82"/>
                    </a:cubicBezTo>
                    <a:cubicBezTo>
                      <a:pt x="1" y="126"/>
                      <a:pt x="38" y="163"/>
                      <a:pt x="82" y="163"/>
                    </a:cubicBezTo>
                    <a:lnTo>
                      <a:pt x="339" y="163"/>
                    </a:lnTo>
                    <a:cubicBezTo>
                      <a:pt x="384" y="163"/>
                      <a:pt x="420" y="126"/>
                      <a:pt x="420" y="82"/>
                    </a:cubicBezTo>
                    <a:cubicBezTo>
                      <a:pt x="420" y="37"/>
                      <a:pt x="383" y="0"/>
                      <a:pt x="3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45"/>
              <p:cNvSpPr/>
              <p:nvPr/>
            </p:nvSpPr>
            <p:spPr>
              <a:xfrm>
                <a:off x="22130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8" y="0"/>
                    </a:moveTo>
                    <a:cubicBezTo>
                      <a:pt x="276" y="0"/>
                      <a:pt x="0" y="275"/>
                      <a:pt x="0" y="617"/>
                    </a:cubicBezTo>
                    <a:cubicBezTo>
                      <a:pt x="0" y="958"/>
                      <a:pt x="276" y="1234"/>
                      <a:pt x="618" y="1234"/>
                    </a:cubicBezTo>
                    <a:cubicBezTo>
                      <a:pt x="958" y="1234"/>
                      <a:pt x="1234" y="958"/>
                      <a:pt x="1234" y="617"/>
                    </a:cubicBezTo>
                    <a:cubicBezTo>
                      <a:pt x="1234" y="275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45"/>
              <p:cNvSpPr/>
              <p:nvPr/>
            </p:nvSpPr>
            <p:spPr>
              <a:xfrm>
                <a:off x="227515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3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45"/>
              <p:cNvSpPr/>
              <p:nvPr/>
            </p:nvSpPr>
            <p:spPr>
              <a:xfrm>
                <a:off x="22681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45"/>
              <p:cNvSpPr/>
              <p:nvPr/>
            </p:nvSpPr>
            <p:spPr>
              <a:xfrm>
                <a:off x="233030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2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45"/>
              <p:cNvSpPr/>
              <p:nvPr/>
            </p:nvSpPr>
            <p:spPr>
              <a:xfrm>
                <a:off x="23233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45"/>
              <p:cNvSpPr/>
              <p:nvPr/>
            </p:nvSpPr>
            <p:spPr>
              <a:xfrm>
                <a:off x="1492450" y="2221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45"/>
              <p:cNvSpPr/>
              <p:nvPr/>
            </p:nvSpPr>
            <p:spPr>
              <a:xfrm>
                <a:off x="2638300" y="2117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1"/>
                    </a:cubicBezTo>
                    <a:cubicBezTo>
                      <a:pt x="1" y="750"/>
                      <a:pt x="1" y="1443"/>
                      <a:pt x="428" y="1870"/>
                    </a:cubicBezTo>
                    <a:cubicBezTo>
                      <a:pt x="642" y="2085"/>
                      <a:pt x="923" y="2192"/>
                      <a:pt x="1203" y="2192"/>
                    </a:cubicBezTo>
                    <a:cubicBezTo>
                      <a:pt x="1483" y="2192"/>
                      <a:pt x="1764" y="2085"/>
                      <a:pt x="1977" y="1870"/>
                    </a:cubicBezTo>
                    <a:cubicBezTo>
                      <a:pt x="2406" y="1443"/>
                      <a:pt x="2406" y="750"/>
                      <a:pt x="1977" y="321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45"/>
              <p:cNvSpPr/>
              <p:nvPr/>
            </p:nvSpPr>
            <p:spPr>
              <a:xfrm>
                <a:off x="1723875" y="1989975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3" y="0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45"/>
              <p:cNvSpPr/>
              <p:nvPr/>
            </p:nvSpPr>
            <p:spPr>
              <a:xfrm>
                <a:off x="2381475" y="24016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2" y="0"/>
                      <a:pt x="642" y="107"/>
                      <a:pt x="428" y="322"/>
                    </a:cubicBezTo>
                    <a:cubicBezTo>
                      <a:pt x="0" y="749"/>
                      <a:pt x="0" y="1442"/>
                      <a:pt x="428" y="1871"/>
                    </a:cubicBezTo>
                    <a:cubicBezTo>
                      <a:pt x="642" y="2084"/>
                      <a:pt x="922" y="2191"/>
                      <a:pt x="1203" y="2191"/>
                    </a:cubicBezTo>
                    <a:cubicBezTo>
                      <a:pt x="1483" y="2191"/>
                      <a:pt x="1763" y="2084"/>
                      <a:pt x="1977" y="1871"/>
                    </a:cubicBezTo>
                    <a:cubicBezTo>
                      <a:pt x="2405" y="1442"/>
                      <a:pt x="2405" y="749"/>
                      <a:pt x="1977" y="322"/>
                    </a:cubicBezTo>
                    <a:cubicBezTo>
                      <a:pt x="1763" y="107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45"/>
              <p:cNvSpPr/>
              <p:nvPr/>
            </p:nvSpPr>
            <p:spPr>
              <a:xfrm>
                <a:off x="1972525" y="1990000"/>
                <a:ext cx="54775" cy="54775"/>
              </a:xfrm>
              <a:custGeom>
                <a:rect b="b" l="l" r="r" t="t"/>
                <a:pathLst>
                  <a:path extrusionOk="0" h="2191" w="2191">
                    <a:moveTo>
                      <a:pt x="1096" y="0"/>
                    </a:moveTo>
                    <a:cubicBezTo>
                      <a:pt x="490" y="0"/>
                      <a:pt x="0" y="490"/>
                      <a:pt x="0" y="1095"/>
                    </a:cubicBezTo>
                    <a:cubicBezTo>
                      <a:pt x="0" y="1699"/>
                      <a:pt x="490" y="2191"/>
                      <a:pt x="1096" y="2191"/>
                    </a:cubicBezTo>
                    <a:cubicBezTo>
                      <a:pt x="1700" y="2191"/>
                      <a:pt x="2191" y="1699"/>
                      <a:pt x="2191" y="1095"/>
                    </a:cubicBezTo>
                    <a:cubicBezTo>
                      <a:pt x="2191" y="490"/>
                      <a:pt x="1700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45"/>
              <p:cNvSpPr/>
              <p:nvPr/>
            </p:nvSpPr>
            <p:spPr>
              <a:xfrm>
                <a:off x="2506375" y="2248775"/>
                <a:ext cx="68525" cy="93100"/>
              </a:xfrm>
              <a:custGeom>
                <a:rect b="b" l="l" r="r" t="t"/>
                <a:pathLst>
                  <a:path extrusionOk="0" h="3724" w="2741">
                    <a:moveTo>
                      <a:pt x="1" y="1"/>
                    </a:moveTo>
                    <a:lnTo>
                      <a:pt x="1111" y="1861"/>
                    </a:lnTo>
                    <a:lnTo>
                      <a:pt x="1" y="3723"/>
                    </a:lnTo>
                    <a:lnTo>
                      <a:pt x="1630" y="3723"/>
                    </a:lnTo>
                    <a:lnTo>
                      <a:pt x="2740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45"/>
              <p:cNvSpPr/>
              <p:nvPr/>
            </p:nvSpPr>
            <p:spPr>
              <a:xfrm>
                <a:off x="2620550" y="2248775"/>
                <a:ext cx="68550" cy="93100"/>
              </a:xfrm>
              <a:custGeom>
                <a:rect b="b" l="l" r="r" t="t"/>
                <a:pathLst>
                  <a:path extrusionOk="0" h="3724" w="2742">
                    <a:moveTo>
                      <a:pt x="1" y="1"/>
                    </a:moveTo>
                    <a:lnTo>
                      <a:pt x="1111" y="1861"/>
                    </a:lnTo>
                    <a:lnTo>
                      <a:pt x="1" y="3723"/>
                    </a:lnTo>
                    <a:lnTo>
                      <a:pt x="1630" y="3723"/>
                    </a:lnTo>
                    <a:lnTo>
                      <a:pt x="2742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45"/>
              <p:cNvSpPr/>
              <p:nvPr/>
            </p:nvSpPr>
            <p:spPr>
              <a:xfrm>
                <a:off x="2734800" y="2248775"/>
                <a:ext cx="68500" cy="93100"/>
              </a:xfrm>
              <a:custGeom>
                <a:rect b="b" l="l" r="r" t="t"/>
                <a:pathLst>
                  <a:path extrusionOk="0" h="3724" w="2740">
                    <a:moveTo>
                      <a:pt x="0" y="1"/>
                    </a:moveTo>
                    <a:lnTo>
                      <a:pt x="1110" y="1861"/>
                    </a:lnTo>
                    <a:lnTo>
                      <a:pt x="0" y="3723"/>
                    </a:lnTo>
                    <a:lnTo>
                      <a:pt x="1629" y="3723"/>
                    </a:lnTo>
                    <a:lnTo>
                      <a:pt x="2740" y="1861"/>
                    </a:ln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5"/>
              <p:cNvSpPr/>
              <p:nvPr/>
            </p:nvSpPr>
            <p:spPr>
              <a:xfrm>
                <a:off x="2848975" y="2248775"/>
                <a:ext cx="68525" cy="93100"/>
              </a:xfrm>
              <a:custGeom>
                <a:rect b="b" l="l" r="r" t="t"/>
                <a:pathLst>
                  <a:path extrusionOk="0" h="3724" w="2741">
                    <a:moveTo>
                      <a:pt x="0" y="1"/>
                    </a:moveTo>
                    <a:lnTo>
                      <a:pt x="1110" y="1861"/>
                    </a:lnTo>
                    <a:lnTo>
                      <a:pt x="0" y="3723"/>
                    </a:lnTo>
                    <a:lnTo>
                      <a:pt x="1631" y="3723"/>
                    </a:lnTo>
                    <a:lnTo>
                      <a:pt x="2741" y="1861"/>
                    </a:lnTo>
                    <a:lnTo>
                      <a:pt x="16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5"/>
              <p:cNvSpPr/>
              <p:nvPr/>
            </p:nvSpPr>
            <p:spPr>
              <a:xfrm>
                <a:off x="2963175" y="2248775"/>
                <a:ext cx="68500" cy="93100"/>
              </a:xfrm>
              <a:custGeom>
                <a:rect b="b" l="l" r="r" t="t"/>
                <a:pathLst>
                  <a:path extrusionOk="0" h="3724" w="2740">
                    <a:moveTo>
                      <a:pt x="0" y="1"/>
                    </a:moveTo>
                    <a:lnTo>
                      <a:pt x="1111" y="1861"/>
                    </a:lnTo>
                    <a:lnTo>
                      <a:pt x="0" y="3723"/>
                    </a:lnTo>
                    <a:lnTo>
                      <a:pt x="1630" y="3723"/>
                    </a:lnTo>
                    <a:lnTo>
                      <a:pt x="2740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5"/>
              <p:cNvSpPr/>
              <p:nvPr/>
            </p:nvSpPr>
            <p:spPr>
              <a:xfrm>
                <a:off x="3077375" y="2248775"/>
                <a:ext cx="68550" cy="93100"/>
              </a:xfrm>
              <a:custGeom>
                <a:rect b="b" l="l" r="r" t="t"/>
                <a:pathLst>
                  <a:path extrusionOk="0" h="3724" w="2742">
                    <a:moveTo>
                      <a:pt x="1" y="1"/>
                    </a:moveTo>
                    <a:lnTo>
                      <a:pt x="1112" y="1861"/>
                    </a:lnTo>
                    <a:lnTo>
                      <a:pt x="1" y="3723"/>
                    </a:lnTo>
                    <a:lnTo>
                      <a:pt x="1631" y="3723"/>
                    </a:lnTo>
                    <a:lnTo>
                      <a:pt x="2741" y="1861"/>
                    </a:lnTo>
                    <a:lnTo>
                      <a:pt x="16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46"/>
          <p:cNvPicPr preferRelativeResize="0"/>
          <p:nvPr/>
        </p:nvPicPr>
        <p:blipFill rotWithShape="1">
          <a:blip r:embed="rId2">
            <a:alphaModFix amt="51000"/>
          </a:blip>
          <a:srcRect b="0" l="0" r="0" t="0"/>
          <a:stretch/>
        </p:blipFill>
        <p:spPr>
          <a:xfrm flipH="1"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6"/>
          <p:cNvSpPr txBox="1"/>
          <p:nvPr>
            <p:ph idx="1" type="subTitle"/>
          </p:nvPr>
        </p:nvSpPr>
        <p:spPr>
          <a:xfrm>
            <a:off x="983575" y="1987913"/>
            <a:ext cx="4064700" cy="19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" name="Google Shape;131;p46"/>
          <p:cNvSpPr txBox="1"/>
          <p:nvPr>
            <p:ph type="title"/>
          </p:nvPr>
        </p:nvSpPr>
        <p:spPr>
          <a:xfrm>
            <a:off x="983575" y="1209688"/>
            <a:ext cx="406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2" name="Google Shape;132;p46"/>
          <p:cNvGrpSpPr/>
          <p:nvPr/>
        </p:nvGrpSpPr>
        <p:grpSpPr>
          <a:xfrm>
            <a:off x="-1577176" y="-155128"/>
            <a:ext cx="10721181" cy="4977916"/>
            <a:chOff x="-1577176" y="-155128"/>
            <a:chExt cx="10721181" cy="4977916"/>
          </a:xfrm>
        </p:grpSpPr>
        <p:grpSp>
          <p:nvGrpSpPr>
            <p:cNvPr id="133" name="Google Shape;133;p46"/>
            <p:cNvGrpSpPr/>
            <p:nvPr/>
          </p:nvGrpSpPr>
          <p:grpSpPr>
            <a:xfrm>
              <a:off x="-1577176" y="-155128"/>
              <a:ext cx="10721181" cy="1389260"/>
              <a:chOff x="1315400" y="393150"/>
              <a:chExt cx="3188550" cy="413175"/>
            </a:xfrm>
          </p:grpSpPr>
          <p:sp>
            <p:nvSpPr>
              <p:cNvPr id="134" name="Google Shape;134;p46"/>
              <p:cNvSpPr/>
              <p:nvPr/>
            </p:nvSpPr>
            <p:spPr>
              <a:xfrm>
                <a:off x="1315400" y="543550"/>
                <a:ext cx="3188550" cy="262775"/>
              </a:xfrm>
              <a:custGeom>
                <a:rect b="b" l="l" r="r" t="t"/>
                <a:pathLst>
                  <a:path extrusionOk="0" h="10511" w="127542">
                    <a:moveTo>
                      <a:pt x="71656" y="0"/>
                    </a:moveTo>
                    <a:lnTo>
                      <a:pt x="67050" y="4607"/>
                    </a:lnTo>
                    <a:lnTo>
                      <a:pt x="0" y="4607"/>
                    </a:lnTo>
                    <a:lnTo>
                      <a:pt x="0" y="4738"/>
                    </a:lnTo>
                    <a:lnTo>
                      <a:pt x="67104" y="4738"/>
                    </a:lnTo>
                    <a:lnTo>
                      <a:pt x="71711" y="132"/>
                    </a:lnTo>
                    <a:lnTo>
                      <a:pt x="91810" y="132"/>
                    </a:lnTo>
                    <a:lnTo>
                      <a:pt x="102189" y="10511"/>
                    </a:lnTo>
                    <a:lnTo>
                      <a:pt x="127541" y="10511"/>
                    </a:lnTo>
                    <a:lnTo>
                      <a:pt x="127541" y="10379"/>
                    </a:lnTo>
                    <a:lnTo>
                      <a:pt x="102244" y="10379"/>
                    </a:lnTo>
                    <a:lnTo>
                      <a:pt x="9186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6"/>
              <p:cNvSpPr/>
              <p:nvPr/>
            </p:nvSpPr>
            <p:spPr>
              <a:xfrm>
                <a:off x="1315400" y="505925"/>
                <a:ext cx="3188550" cy="262825"/>
              </a:xfrm>
              <a:custGeom>
                <a:rect b="b" l="l" r="r" t="t"/>
                <a:pathLst>
                  <a:path extrusionOk="0" h="10513" w="127542">
                    <a:moveTo>
                      <a:pt x="71656" y="1"/>
                    </a:moveTo>
                    <a:lnTo>
                      <a:pt x="67050" y="4609"/>
                    </a:lnTo>
                    <a:lnTo>
                      <a:pt x="0" y="4609"/>
                    </a:lnTo>
                    <a:lnTo>
                      <a:pt x="0" y="4741"/>
                    </a:lnTo>
                    <a:lnTo>
                      <a:pt x="67104" y="4741"/>
                    </a:lnTo>
                    <a:lnTo>
                      <a:pt x="71711" y="132"/>
                    </a:lnTo>
                    <a:lnTo>
                      <a:pt x="91810" y="132"/>
                    </a:lnTo>
                    <a:lnTo>
                      <a:pt x="102189" y="10512"/>
                    </a:lnTo>
                    <a:lnTo>
                      <a:pt x="127541" y="10512"/>
                    </a:lnTo>
                    <a:lnTo>
                      <a:pt x="127541" y="10380"/>
                    </a:lnTo>
                    <a:lnTo>
                      <a:pt x="102244" y="10380"/>
                    </a:lnTo>
                    <a:lnTo>
                      <a:pt x="918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46"/>
              <p:cNvSpPr/>
              <p:nvPr/>
            </p:nvSpPr>
            <p:spPr>
              <a:xfrm>
                <a:off x="1315400" y="468350"/>
                <a:ext cx="3188550" cy="262800"/>
              </a:xfrm>
              <a:custGeom>
                <a:rect b="b" l="l" r="r" t="t"/>
                <a:pathLst>
                  <a:path extrusionOk="0" h="10512" w="127542">
                    <a:moveTo>
                      <a:pt x="71656" y="0"/>
                    </a:moveTo>
                    <a:lnTo>
                      <a:pt x="67050" y="4607"/>
                    </a:lnTo>
                    <a:lnTo>
                      <a:pt x="0" y="4607"/>
                    </a:lnTo>
                    <a:lnTo>
                      <a:pt x="0" y="4739"/>
                    </a:lnTo>
                    <a:lnTo>
                      <a:pt x="67104" y="4739"/>
                    </a:lnTo>
                    <a:lnTo>
                      <a:pt x="71711" y="131"/>
                    </a:lnTo>
                    <a:lnTo>
                      <a:pt x="91810" y="131"/>
                    </a:lnTo>
                    <a:lnTo>
                      <a:pt x="102189" y="10512"/>
                    </a:lnTo>
                    <a:lnTo>
                      <a:pt x="127541" y="10512"/>
                    </a:lnTo>
                    <a:lnTo>
                      <a:pt x="127541" y="10380"/>
                    </a:lnTo>
                    <a:lnTo>
                      <a:pt x="102244" y="10380"/>
                    </a:lnTo>
                    <a:lnTo>
                      <a:pt x="9186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46"/>
              <p:cNvSpPr/>
              <p:nvPr/>
            </p:nvSpPr>
            <p:spPr>
              <a:xfrm>
                <a:off x="1315400" y="430750"/>
                <a:ext cx="3188550" cy="262800"/>
              </a:xfrm>
              <a:custGeom>
                <a:rect b="b" l="l" r="r" t="t"/>
                <a:pathLst>
                  <a:path extrusionOk="0" h="10512" w="127542">
                    <a:moveTo>
                      <a:pt x="71656" y="1"/>
                    </a:moveTo>
                    <a:lnTo>
                      <a:pt x="67050" y="4607"/>
                    </a:lnTo>
                    <a:lnTo>
                      <a:pt x="0" y="4607"/>
                    </a:lnTo>
                    <a:lnTo>
                      <a:pt x="0" y="4738"/>
                    </a:lnTo>
                    <a:lnTo>
                      <a:pt x="67104" y="4738"/>
                    </a:lnTo>
                    <a:lnTo>
                      <a:pt x="71711" y="132"/>
                    </a:lnTo>
                    <a:lnTo>
                      <a:pt x="91810" y="132"/>
                    </a:lnTo>
                    <a:lnTo>
                      <a:pt x="102189" y="10511"/>
                    </a:lnTo>
                    <a:lnTo>
                      <a:pt x="127541" y="10511"/>
                    </a:lnTo>
                    <a:lnTo>
                      <a:pt x="127541" y="10380"/>
                    </a:lnTo>
                    <a:lnTo>
                      <a:pt x="102244" y="10380"/>
                    </a:lnTo>
                    <a:lnTo>
                      <a:pt x="918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46"/>
              <p:cNvSpPr/>
              <p:nvPr/>
            </p:nvSpPr>
            <p:spPr>
              <a:xfrm>
                <a:off x="1315400" y="393150"/>
                <a:ext cx="3188550" cy="262800"/>
              </a:xfrm>
              <a:custGeom>
                <a:rect b="b" l="l" r="r" t="t"/>
                <a:pathLst>
                  <a:path extrusionOk="0" h="10512" w="127542">
                    <a:moveTo>
                      <a:pt x="71656" y="0"/>
                    </a:moveTo>
                    <a:lnTo>
                      <a:pt x="67050" y="4608"/>
                    </a:lnTo>
                    <a:lnTo>
                      <a:pt x="0" y="4608"/>
                    </a:lnTo>
                    <a:lnTo>
                      <a:pt x="0" y="4739"/>
                    </a:lnTo>
                    <a:lnTo>
                      <a:pt x="67104" y="4739"/>
                    </a:lnTo>
                    <a:lnTo>
                      <a:pt x="71711" y="132"/>
                    </a:lnTo>
                    <a:lnTo>
                      <a:pt x="91810" y="132"/>
                    </a:lnTo>
                    <a:lnTo>
                      <a:pt x="102189" y="10512"/>
                    </a:lnTo>
                    <a:lnTo>
                      <a:pt x="127541" y="10512"/>
                    </a:lnTo>
                    <a:lnTo>
                      <a:pt x="127541" y="10379"/>
                    </a:lnTo>
                    <a:lnTo>
                      <a:pt x="102244" y="10379"/>
                    </a:lnTo>
                    <a:lnTo>
                      <a:pt x="9186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" name="Google Shape;139;p46"/>
            <p:cNvGrpSpPr/>
            <p:nvPr/>
          </p:nvGrpSpPr>
          <p:grpSpPr>
            <a:xfrm>
              <a:off x="236825" y="4385213"/>
              <a:ext cx="1622200" cy="437575"/>
              <a:chOff x="3109550" y="3432375"/>
              <a:chExt cx="1622200" cy="437575"/>
            </a:xfrm>
          </p:grpSpPr>
          <p:sp>
            <p:nvSpPr>
              <p:cNvPr id="140" name="Google Shape;140;p46"/>
              <p:cNvSpPr/>
              <p:nvPr/>
            </p:nvSpPr>
            <p:spPr>
              <a:xfrm>
                <a:off x="3980725" y="3817350"/>
                <a:ext cx="727150" cy="7350"/>
              </a:xfrm>
              <a:custGeom>
                <a:rect b="b" l="l" r="r" t="t"/>
                <a:pathLst>
                  <a:path extrusionOk="0" h="294" w="29086">
                    <a:moveTo>
                      <a:pt x="148" y="0"/>
                    </a:moveTo>
                    <a:cubicBezTo>
                      <a:pt x="66" y="0"/>
                      <a:pt x="1" y="65"/>
                      <a:pt x="1" y="147"/>
                    </a:cubicBezTo>
                    <a:cubicBezTo>
                      <a:pt x="1" y="228"/>
                      <a:pt x="66" y="294"/>
                      <a:pt x="148" y="294"/>
                    </a:cubicBezTo>
                    <a:lnTo>
                      <a:pt x="28937" y="294"/>
                    </a:lnTo>
                    <a:cubicBezTo>
                      <a:pt x="29019" y="294"/>
                      <a:pt x="29084" y="226"/>
                      <a:pt x="29085" y="147"/>
                    </a:cubicBezTo>
                    <a:cubicBezTo>
                      <a:pt x="29085" y="65"/>
                      <a:pt x="29020" y="0"/>
                      <a:pt x="289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46"/>
              <p:cNvSpPr/>
              <p:nvPr/>
            </p:nvSpPr>
            <p:spPr>
              <a:xfrm>
                <a:off x="4676550" y="3793425"/>
                <a:ext cx="55200" cy="55200"/>
              </a:xfrm>
              <a:custGeom>
                <a:rect b="b" l="l" r="r" t="t"/>
                <a:pathLst>
                  <a:path extrusionOk="0" h="2208" w="2208">
                    <a:moveTo>
                      <a:pt x="1104" y="0"/>
                    </a:moveTo>
                    <a:cubicBezTo>
                      <a:pt x="495" y="0"/>
                      <a:pt x="1" y="494"/>
                      <a:pt x="1" y="1104"/>
                    </a:cubicBezTo>
                    <a:cubicBezTo>
                      <a:pt x="1" y="1713"/>
                      <a:pt x="495" y="2207"/>
                      <a:pt x="1104" y="2207"/>
                    </a:cubicBezTo>
                    <a:cubicBezTo>
                      <a:pt x="1713" y="2207"/>
                      <a:pt x="2208" y="1713"/>
                      <a:pt x="2208" y="1104"/>
                    </a:cubicBezTo>
                    <a:cubicBezTo>
                      <a:pt x="2208" y="494"/>
                      <a:pt x="1713" y="0"/>
                      <a:pt x="11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46"/>
              <p:cNvSpPr/>
              <p:nvPr/>
            </p:nvSpPr>
            <p:spPr>
              <a:xfrm>
                <a:off x="3154450" y="3477650"/>
                <a:ext cx="347750" cy="347050"/>
              </a:xfrm>
              <a:custGeom>
                <a:rect b="b" l="l" r="r" t="t"/>
                <a:pathLst>
                  <a:path extrusionOk="0" h="13882" w="13910">
                    <a:moveTo>
                      <a:pt x="162" y="0"/>
                    </a:moveTo>
                    <a:cubicBezTo>
                      <a:pt x="124" y="0"/>
                      <a:pt x="86" y="15"/>
                      <a:pt x="57" y="43"/>
                    </a:cubicBezTo>
                    <a:cubicBezTo>
                      <a:pt x="1" y="100"/>
                      <a:pt x="1" y="193"/>
                      <a:pt x="57" y="251"/>
                    </a:cubicBezTo>
                    <a:lnTo>
                      <a:pt x="13645" y="13838"/>
                    </a:lnTo>
                    <a:cubicBezTo>
                      <a:pt x="13674" y="13866"/>
                      <a:pt x="13711" y="13882"/>
                      <a:pt x="13749" y="13882"/>
                    </a:cubicBezTo>
                    <a:cubicBezTo>
                      <a:pt x="13787" y="13882"/>
                      <a:pt x="13824" y="13866"/>
                      <a:pt x="13852" y="13838"/>
                    </a:cubicBezTo>
                    <a:cubicBezTo>
                      <a:pt x="13910" y="13781"/>
                      <a:pt x="13910" y="13687"/>
                      <a:pt x="13852" y="13629"/>
                    </a:cubicBezTo>
                    <a:lnTo>
                      <a:pt x="266" y="43"/>
                    </a:lnTo>
                    <a:cubicBezTo>
                      <a:pt x="237" y="15"/>
                      <a:pt x="199" y="0"/>
                      <a:pt x="1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46"/>
              <p:cNvSpPr/>
              <p:nvPr/>
            </p:nvSpPr>
            <p:spPr>
              <a:xfrm>
                <a:off x="3483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3" y="1176"/>
                      <a:pt x="588" y="1176"/>
                    </a:cubicBezTo>
                    <a:lnTo>
                      <a:pt x="1957" y="1176"/>
                    </a:lnTo>
                    <a:cubicBezTo>
                      <a:pt x="2283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46"/>
              <p:cNvSpPr/>
              <p:nvPr/>
            </p:nvSpPr>
            <p:spPr>
              <a:xfrm>
                <a:off x="3605675" y="3806300"/>
                <a:ext cx="271225" cy="29400"/>
              </a:xfrm>
              <a:custGeom>
                <a:rect b="b" l="l" r="r" t="t"/>
                <a:pathLst>
                  <a:path extrusionOk="0" h="1176" w="10849">
                    <a:moveTo>
                      <a:pt x="587" y="1"/>
                    </a:moveTo>
                    <a:cubicBezTo>
                      <a:pt x="264" y="1"/>
                      <a:pt x="0" y="264"/>
                      <a:pt x="0" y="589"/>
                    </a:cubicBezTo>
                    <a:cubicBezTo>
                      <a:pt x="0" y="913"/>
                      <a:pt x="264" y="1176"/>
                      <a:pt x="587" y="1176"/>
                    </a:cubicBezTo>
                    <a:lnTo>
                      <a:pt x="3666" y="1176"/>
                    </a:lnTo>
                    <a:cubicBezTo>
                      <a:pt x="3990" y="1176"/>
                      <a:pt x="4253" y="913"/>
                      <a:pt x="4253" y="589"/>
                    </a:cubicBezTo>
                    <a:cubicBezTo>
                      <a:pt x="4253" y="264"/>
                      <a:pt x="3990" y="1"/>
                      <a:pt x="3666" y="1"/>
                    </a:cubicBezTo>
                    <a:close/>
                    <a:moveTo>
                      <a:pt x="7184" y="1"/>
                    </a:moveTo>
                    <a:cubicBezTo>
                      <a:pt x="6859" y="1"/>
                      <a:pt x="6597" y="264"/>
                      <a:pt x="6597" y="589"/>
                    </a:cubicBezTo>
                    <a:cubicBezTo>
                      <a:pt x="6597" y="913"/>
                      <a:pt x="6859" y="1176"/>
                      <a:pt x="7184" y="1176"/>
                    </a:cubicBezTo>
                    <a:lnTo>
                      <a:pt x="10262" y="1176"/>
                    </a:lnTo>
                    <a:cubicBezTo>
                      <a:pt x="10587" y="1176"/>
                      <a:pt x="10849" y="913"/>
                      <a:pt x="10849" y="589"/>
                    </a:cubicBezTo>
                    <a:cubicBezTo>
                      <a:pt x="10849" y="264"/>
                      <a:pt x="10587" y="1"/>
                      <a:pt x="102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46"/>
              <p:cNvSpPr/>
              <p:nvPr/>
            </p:nvSpPr>
            <p:spPr>
              <a:xfrm>
                <a:off x="3935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4" y="1176"/>
                      <a:pt x="588" y="1176"/>
                    </a:cubicBezTo>
                    <a:lnTo>
                      <a:pt x="1958" y="1176"/>
                    </a:lnTo>
                    <a:cubicBezTo>
                      <a:pt x="2282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46"/>
              <p:cNvSpPr/>
              <p:nvPr/>
            </p:nvSpPr>
            <p:spPr>
              <a:xfrm>
                <a:off x="3109550" y="34323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8" y="1"/>
                    </a:moveTo>
                    <a:cubicBezTo>
                      <a:pt x="877" y="1"/>
                      <a:pt x="1" y="877"/>
                      <a:pt x="1" y="1958"/>
                    </a:cubicBezTo>
                    <a:cubicBezTo>
                      <a:pt x="1" y="3038"/>
                      <a:pt x="877" y="3915"/>
                      <a:pt x="1958" y="3915"/>
                    </a:cubicBezTo>
                    <a:cubicBezTo>
                      <a:pt x="3039" y="3915"/>
                      <a:pt x="3914" y="3038"/>
                      <a:pt x="3914" y="1958"/>
                    </a:cubicBezTo>
                    <a:cubicBezTo>
                      <a:pt x="3914" y="877"/>
                      <a:pt x="3039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6"/>
              <p:cNvSpPr/>
              <p:nvPr/>
            </p:nvSpPr>
            <p:spPr>
              <a:xfrm>
                <a:off x="4183025" y="37720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7" y="1"/>
                    </a:moveTo>
                    <a:cubicBezTo>
                      <a:pt x="877" y="1"/>
                      <a:pt x="1" y="876"/>
                      <a:pt x="1" y="1958"/>
                    </a:cubicBezTo>
                    <a:cubicBezTo>
                      <a:pt x="1" y="3038"/>
                      <a:pt x="877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6"/>
              <p:cNvSpPr/>
              <p:nvPr/>
            </p:nvSpPr>
            <p:spPr>
              <a:xfrm>
                <a:off x="4392475" y="3772075"/>
                <a:ext cx="97850" cy="97875"/>
              </a:xfrm>
              <a:custGeom>
                <a:rect b="b" l="l" r="r" t="t"/>
                <a:pathLst>
                  <a:path extrusionOk="0" h="3915" w="3914">
                    <a:moveTo>
                      <a:pt x="1957" y="1"/>
                    </a:moveTo>
                    <a:cubicBezTo>
                      <a:pt x="876" y="1"/>
                      <a:pt x="0" y="876"/>
                      <a:pt x="0" y="1958"/>
                    </a:cubicBezTo>
                    <a:cubicBezTo>
                      <a:pt x="0" y="3038"/>
                      <a:pt x="876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9" name="Google Shape;149;p46"/>
          <p:cNvSpPr/>
          <p:nvPr>
            <p:ph idx="2" type="pic"/>
          </p:nvPr>
        </p:nvSpPr>
        <p:spPr>
          <a:xfrm>
            <a:off x="5373425" y="539500"/>
            <a:ext cx="2787000" cy="406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47"/>
          <p:cNvPicPr preferRelativeResize="0"/>
          <p:nvPr/>
        </p:nvPicPr>
        <p:blipFill rotWithShape="1">
          <a:blip r:embed="rId2">
            <a:alphaModFix amt="49000"/>
          </a:blip>
          <a:srcRect b="0" l="0" r="0" t="0"/>
          <a:stretch/>
        </p:blipFill>
        <p:spPr>
          <a:xfrm flipH="1" rot="10800000"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47"/>
          <p:cNvGrpSpPr/>
          <p:nvPr/>
        </p:nvGrpSpPr>
        <p:grpSpPr>
          <a:xfrm>
            <a:off x="84425" y="0"/>
            <a:ext cx="9059570" cy="5041475"/>
            <a:chOff x="84425" y="0"/>
            <a:chExt cx="9059570" cy="5041475"/>
          </a:xfrm>
        </p:grpSpPr>
        <p:pic>
          <p:nvPicPr>
            <p:cNvPr id="153" name="Google Shape;153;p47"/>
            <p:cNvPicPr preferRelativeResize="0"/>
            <p:nvPr/>
          </p:nvPicPr>
          <p:blipFill rotWithShape="1">
            <a:blip r:embed="rId3">
              <a:alphaModFix/>
            </a:blip>
            <a:srcRect b="0" l="45773" r="0" t="28386"/>
            <a:stretch/>
          </p:blipFill>
          <p:spPr>
            <a:xfrm flipH="1">
              <a:off x="4685545" y="0"/>
              <a:ext cx="4458450" cy="41801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4" name="Google Shape;154;p47"/>
            <p:cNvGrpSpPr/>
            <p:nvPr/>
          </p:nvGrpSpPr>
          <p:grpSpPr>
            <a:xfrm>
              <a:off x="84425" y="4603900"/>
              <a:ext cx="1622200" cy="437575"/>
              <a:chOff x="3109550" y="3432375"/>
              <a:chExt cx="1622200" cy="437575"/>
            </a:xfrm>
          </p:grpSpPr>
          <p:sp>
            <p:nvSpPr>
              <p:cNvPr id="155" name="Google Shape;155;p47"/>
              <p:cNvSpPr/>
              <p:nvPr/>
            </p:nvSpPr>
            <p:spPr>
              <a:xfrm>
                <a:off x="3980725" y="3817350"/>
                <a:ext cx="727150" cy="7350"/>
              </a:xfrm>
              <a:custGeom>
                <a:rect b="b" l="l" r="r" t="t"/>
                <a:pathLst>
                  <a:path extrusionOk="0" h="294" w="29086">
                    <a:moveTo>
                      <a:pt x="148" y="0"/>
                    </a:moveTo>
                    <a:cubicBezTo>
                      <a:pt x="66" y="0"/>
                      <a:pt x="1" y="65"/>
                      <a:pt x="1" y="147"/>
                    </a:cubicBezTo>
                    <a:cubicBezTo>
                      <a:pt x="1" y="228"/>
                      <a:pt x="66" y="294"/>
                      <a:pt x="148" y="294"/>
                    </a:cubicBezTo>
                    <a:lnTo>
                      <a:pt x="28937" y="294"/>
                    </a:lnTo>
                    <a:cubicBezTo>
                      <a:pt x="29019" y="294"/>
                      <a:pt x="29084" y="226"/>
                      <a:pt x="29085" y="147"/>
                    </a:cubicBezTo>
                    <a:cubicBezTo>
                      <a:pt x="29085" y="65"/>
                      <a:pt x="29020" y="0"/>
                      <a:pt x="289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7"/>
              <p:cNvSpPr/>
              <p:nvPr/>
            </p:nvSpPr>
            <p:spPr>
              <a:xfrm>
                <a:off x="4676550" y="3793425"/>
                <a:ext cx="55200" cy="55200"/>
              </a:xfrm>
              <a:custGeom>
                <a:rect b="b" l="l" r="r" t="t"/>
                <a:pathLst>
                  <a:path extrusionOk="0" h="2208" w="2208">
                    <a:moveTo>
                      <a:pt x="1104" y="0"/>
                    </a:moveTo>
                    <a:cubicBezTo>
                      <a:pt x="495" y="0"/>
                      <a:pt x="1" y="494"/>
                      <a:pt x="1" y="1104"/>
                    </a:cubicBezTo>
                    <a:cubicBezTo>
                      <a:pt x="1" y="1713"/>
                      <a:pt x="495" y="2207"/>
                      <a:pt x="1104" y="2207"/>
                    </a:cubicBezTo>
                    <a:cubicBezTo>
                      <a:pt x="1713" y="2207"/>
                      <a:pt x="2208" y="1713"/>
                      <a:pt x="2208" y="1104"/>
                    </a:cubicBezTo>
                    <a:cubicBezTo>
                      <a:pt x="2208" y="494"/>
                      <a:pt x="1713" y="0"/>
                      <a:pt x="11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47"/>
              <p:cNvSpPr/>
              <p:nvPr/>
            </p:nvSpPr>
            <p:spPr>
              <a:xfrm>
                <a:off x="3154450" y="3477650"/>
                <a:ext cx="347750" cy="347050"/>
              </a:xfrm>
              <a:custGeom>
                <a:rect b="b" l="l" r="r" t="t"/>
                <a:pathLst>
                  <a:path extrusionOk="0" h="13882" w="13910">
                    <a:moveTo>
                      <a:pt x="162" y="0"/>
                    </a:moveTo>
                    <a:cubicBezTo>
                      <a:pt x="124" y="0"/>
                      <a:pt x="86" y="15"/>
                      <a:pt x="57" y="43"/>
                    </a:cubicBezTo>
                    <a:cubicBezTo>
                      <a:pt x="1" y="100"/>
                      <a:pt x="1" y="193"/>
                      <a:pt x="57" y="251"/>
                    </a:cubicBezTo>
                    <a:lnTo>
                      <a:pt x="13645" y="13838"/>
                    </a:lnTo>
                    <a:cubicBezTo>
                      <a:pt x="13674" y="13866"/>
                      <a:pt x="13711" y="13882"/>
                      <a:pt x="13749" y="13882"/>
                    </a:cubicBezTo>
                    <a:cubicBezTo>
                      <a:pt x="13787" y="13882"/>
                      <a:pt x="13824" y="13866"/>
                      <a:pt x="13852" y="13838"/>
                    </a:cubicBezTo>
                    <a:cubicBezTo>
                      <a:pt x="13910" y="13781"/>
                      <a:pt x="13910" y="13687"/>
                      <a:pt x="13852" y="13629"/>
                    </a:cubicBezTo>
                    <a:lnTo>
                      <a:pt x="266" y="43"/>
                    </a:lnTo>
                    <a:cubicBezTo>
                      <a:pt x="237" y="15"/>
                      <a:pt x="199" y="0"/>
                      <a:pt x="1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47"/>
              <p:cNvSpPr/>
              <p:nvPr/>
            </p:nvSpPr>
            <p:spPr>
              <a:xfrm>
                <a:off x="3483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3" y="1176"/>
                      <a:pt x="588" y="1176"/>
                    </a:cubicBezTo>
                    <a:lnTo>
                      <a:pt x="1957" y="1176"/>
                    </a:lnTo>
                    <a:cubicBezTo>
                      <a:pt x="2283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47"/>
              <p:cNvSpPr/>
              <p:nvPr/>
            </p:nvSpPr>
            <p:spPr>
              <a:xfrm>
                <a:off x="3605675" y="3806300"/>
                <a:ext cx="271225" cy="29400"/>
              </a:xfrm>
              <a:custGeom>
                <a:rect b="b" l="l" r="r" t="t"/>
                <a:pathLst>
                  <a:path extrusionOk="0" h="1176" w="10849">
                    <a:moveTo>
                      <a:pt x="587" y="1"/>
                    </a:moveTo>
                    <a:cubicBezTo>
                      <a:pt x="264" y="1"/>
                      <a:pt x="0" y="264"/>
                      <a:pt x="0" y="589"/>
                    </a:cubicBezTo>
                    <a:cubicBezTo>
                      <a:pt x="0" y="913"/>
                      <a:pt x="264" y="1176"/>
                      <a:pt x="587" y="1176"/>
                    </a:cubicBezTo>
                    <a:lnTo>
                      <a:pt x="3666" y="1176"/>
                    </a:lnTo>
                    <a:cubicBezTo>
                      <a:pt x="3990" y="1176"/>
                      <a:pt x="4253" y="913"/>
                      <a:pt x="4253" y="589"/>
                    </a:cubicBezTo>
                    <a:cubicBezTo>
                      <a:pt x="4253" y="264"/>
                      <a:pt x="3990" y="1"/>
                      <a:pt x="3666" y="1"/>
                    </a:cubicBezTo>
                    <a:close/>
                    <a:moveTo>
                      <a:pt x="7184" y="1"/>
                    </a:moveTo>
                    <a:cubicBezTo>
                      <a:pt x="6859" y="1"/>
                      <a:pt x="6597" y="264"/>
                      <a:pt x="6597" y="589"/>
                    </a:cubicBezTo>
                    <a:cubicBezTo>
                      <a:pt x="6597" y="913"/>
                      <a:pt x="6859" y="1176"/>
                      <a:pt x="7184" y="1176"/>
                    </a:cubicBezTo>
                    <a:lnTo>
                      <a:pt x="10262" y="1176"/>
                    </a:lnTo>
                    <a:cubicBezTo>
                      <a:pt x="10587" y="1176"/>
                      <a:pt x="10849" y="913"/>
                      <a:pt x="10849" y="589"/>
                    </a:cubicBezTo>
                    <a:cubicBezTo>
                      <a:pt x="10849" y="264"/>
                      <a:pt x="10587" y="1"/>
                      <a:pt x="102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47"/>
              <p:cNvSpPr/>
              <p:nvPr/>
            </p:nvSpPr>
            <p:spPr>
              <a:xfrm>
                <a:off x="3935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4" y="1176"/>
                      <a:pt x="588" y="1176"/>
                    </a:cubicBezTo>
                    <a:lnTo>
                      <a:pt x="1958" y="1176"/>
                    </a:lnTo>
                    <a:cubicBezTo>
                      <a:pt x="2282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47"/>
              <p:cNvSpPr/>
              <p:nvPr/>
            </p:nvSpPr>
            <p:spPr>
              <a:xfrm>
                <a:off x="3109550" y="34323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8" y="1"/>
                    </a:moveTo>
                    <a:cubicBezTo>
                      <a:pt x="877" y="1"/>
                      <a:pt x="1" y="877"/>
                      <a:pt x="1" y="1958"/>
                    </a:cubicBezTo>
                    <a:cubicBezTo>
                      <a:pt x="1" y="3038"/>
                      <a:pt x="877" y="3915"/>
                      <a:pt x="1958" y="3915"/>
                    </a:cubicBezTo>
                    <a:cubicBezTo>
                      <a:pt x="3039" y="3915"/>
                      <a:pt x="3914" y="3038"/>
                      <a:pt x="3914" y="1958"/>
                    </a:cubicBezTo>
                    <a:cubicBezTo>
                      <a:pt x="3914" y="877"/>
                      <a:pt x="3039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7"/>
              <p:cNvSpPr/>
              <p:nvPr/>
            </p:nvSpPr>
            <p:spPr>
              <a:xfrm>
                <a:off x="4183025" y="37720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7" y="1"/>
                    </a:moveTo>
                    <a:cubicBezTo>
                      <a:pt x="877" y="1"/>
                      <a:pt x="1" y="876"/>
                      <a:pt x="1" y="1958"/>
                    </a:cubicBezTo>
                    <a:cubicBezTo>
                      <a:pt x="1" y="3038"/>
                      <a:pt x="877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7"/>
              <p:cNvSpPr/>
              <p:nvPr/>
            </p:nvSpPr>
            <p:spPr>
              <a:xfrm>
                <a:off x="4392475" y="3772075"/>
                <a:ext cx="97850" cy="97875"/>
              </a:xfrm>
              <a:custGeom>
                <a:rect b="b" l="l" r="r" t="t"/>
                <a:pathLst>
                  <a:path extrusionOk="0" h="3915" w="3914">
                    <a:moveTo>
                      <a:pt x="1957" y="1"/>
                    </a:moveTo>
                    <a:cubicBezTo>
                      <a:pt x="876" y="1"/>
                      <a:pt x="0" y="876"/>
                      <a:pt x="0" y="1958"/>
                    </a:cubicBezTo>
                    <a:cubicBezTo>
                      <a:pt x="0" y="3038"/>
                      <a:pt x="876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47"/>
            <p:cNvGrpSpPr/>
            <p:nvPr/>
          </p:nvGrpSpPr>
          <p:grpSpPr>
            <a:xfrm flipH="1">
              <a:off x="7398975" y="4528925"/>
              <a:ext cx="1031800" cy="150150"/>
              <a:chOff x="3128400" y="1326350"/>
              <a:chExt cx="1031800" cy="150150"/>
            </a:xfrm>
          </p:grpSpPr>
          <p:sp>
            <p:nvSpPr>
              <p:cNvPr id="165" name="Google Shape;165;p47"/>
              <p:cNvSpPr/>
              <p:nvPr/>
            </p:nvSpPr>
            <p:spPr>
              <a:xfrm>
                <a:off x="3128400" y="1326350"/>
                <a:ext cx="110525" cy="150150"/>
              </a:xfrm>
              <a:custGeom>
                <a:rect b="b" l="l" r="r" t="t"/>
                <a:pathLst>
                  <a:path extrusionOk="0" h="6006" w="4421">
                    <a:moveTo>
                      <a:pt x="0" y="0"/>
                    </a:moveTo>
                    <a:lnTo>
                      <a:pt x="1793" y="3004"/>
                    </a:lnTo>
                    <a:lnTo>
                      <a:pt x="0" y="6006"/>
                    </a:lnTo>
                    <a:lnTo>
                      <a:pt x="2630" y="6006"/>
                    </a:lnTo>
                    <a:lnTo>
                      <a:pt x="4420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7"/>
              <p:cNvSpPr/>
              <p:nvPr/>
            </p:nvSpPr>
            <p:spPr>
              <a:xfrm>
                <a:off x="3312650" y="1326350"/>
                <a:ext cx="110550" cy="150150"/>
              </a:xfrm>
              <a:custGeom>
                <a:rect b="b" l="l" r="r" t="t"/>
                <a:pathLst>
                  <a:path extrusionOk="0" h="6006" w="4422">
                    <a:moveTo>
                      <a:pt x="1" y="0"/>
                    </a:moveTo>
                    <a:lnTo>
                      <a:pt x="1793" y="3004"/>
                    </a:lnTo>
                    <a:lnTo>
                      <a:pt x="1" y="6006"/>
                    </a:lnTo>
                    <a:lnTo>
                      <a:pt x="2630" y="6006"/>
                    </a:lnTo>
                    <a:lnTo>
                      <a:pt x="4421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7"/>
              <p:cNvSpPr/>
              <p:nvPr/>
            </p:nvSpPr>
            <p:spPr>
              <a:xfrm>
                <a:off x="3496900" y="1326350"/>
                <a:ext cx="110525" cy="150150"/>
              </a:xfrm>
              <a:custGeom>
                <a:rect b="b" l="l" r="r" t="t"/>
                <a:pathLst>
                  <a:path extrusionOk="0" h="6006" w="4421">
                    <a:moveTo>
                      <a:pt x="1" y="0"/>
                    </a:moveTo>
                    <a:lnTo>
                      <a:pt x="1791" y="3004"/>
                    </a:lnTo>
                    <a:lnTo>
                      <a:pt x="1" y="6006"/>
                    </a:lnTo>
                    <a:lnTo>
                      <a:pt x="2630" y="6006"/>
                    </a:lnTo>
                    <a:lnTo>
                      <a:pt x="4421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7"/>
              <p:cNvSpPr/>
              <p:nvPr/>
            </p:nvSpPr>
            <p:spPr>
              <a:xfrm>
                <a:off x="3681150" y="1326350"/>
                <a:ext cx="110525" cy="150150"/>
              </a:xfrm>
              <a:custGeom>
                <a:rect b="b" l="l" r="r" t="t"/>
                <a:pathLst>
                  <a:path extrusionOk="0" h="6006" w="4421">
                    <a:moveTo>
                      <a:pt x="0" y="0"/>
                    </a:moveTo>
                    <a:lnTo>
                      <a:pt x="1791" y="3004"/>
                    </a:lnTo>
                    <a:lnTo>
                      <a:pt x="0" y="6006"/>
                    </a:lnTo>
                    <a:lnTo>
                      <a:pt x="2629" y="6006"/>
                    </a:lnTo>
                    <a:lnTo>
                      <a:pt x="4421" y="3004"/>
                    </a:lnTo>
                    <a:lnTo>
                      <a:pt x="26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47"/>
              <p:cNvSpPr/>
              <p:nvPr/>
            </p:nvSpPr>
            <p:spPr>
              <a:xfrm>
                <a:off x="3865375" y="1326350"/>
                <a:ext cx="110575" cy="150150"/>
              </a:xfrm>
              <a:custGeom>
                <a:rect b="b" l="l" r="r" t="t"/>
                <a:pathLst>
                  <a:path extrusionOk="0" h="6006" w="4423">
                    <a:moveTo>
                      <a:pt x="0" y="0"/>
                    </a:moveTo>
                    <a:lnTo>
                      <a:pt x="1793" y="3004"/>
                    </a:lnTo>
                    <a:lnTo>
                      <a:pt x="0" y="6006"/>
                    </a:lnTo>
                    <a:lnTo>
                      <a:pt x="2630" y="6006"/>
                    </a:lnTo>
                    <a:lnTo>
                      <a:pt x="4423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47"/>
              <p:cNvSpPr/>
              <p:nvPr/>
            </p:nvSpPr>
            <p:spPr>
              <a:xfrm>
                <a:off x="4049625" y="1326350"/>
                <a:ext cx="110575" cy="150150"/>
              </a:xfrm>
              <a:custGeom>
                <a:rect b="b" l="l" r="r" t="t"/>
                <a:pathLst>
                  <a:path extrusionOk="0" h="6006" w="4423">
                    <a:moveTo>
                      <a:pt x="1" y="0"/>
                    </a:moveTo>
                    <a:lnTo>
                      <a:pt x="1792" y="3004"/>
                    </a:lnTo>
                    <a:lnTo>
                      <a:pt x="1" y="6006"/>
                    </a:lnTo>
                    <a:lnTo>
                      <a:pt x="2631" y="6006"/>
                    </a:lnTo>
                    <a:lnTo>
                      <a:pt x="4422" y="3004"/>
                    </a:lnTo>
                    <a:lnTo>
                      <a:pt x="263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1" name="Google Shape;171;p47"/>
          <p:cNvSpPr txBox="1"/>
          <p:nvPr>
            <p:ph type="title"/>
          </p:nvPr>
        </p:nvSpPr>
        <p:spPr>
          <a:xfrm>
            <a:off x="3833225" y="2360638"/>
            <a:ext cx="3325500" cy="15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2" name="Google Shape;172;p47"/>
          <p:cNvSpPr txBox="1"/>
          <p:nvPr>
            <p:ph idx="2" type="title"/>
          </p:nvPr>
        </p:nvSpPr>
        <p:spPr>
          <a:xfrm>
            <a:off x="4947275" y="1263238"/>
            <a:ext cx="1097400" cy="109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47"/>
          <p:cNvSpPr/>
          <p:nvPr>
            <p:ph idx="3" type="pic"/>
          </p:nvPr>
        </p:nvSpPr>
        <p:spPr>
          <a:xfrm>
            <a:off x="713225" y="539500"/>
            <a:ext cx="2967300" cy="406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48"/>
          <p:cNvPicPr preferRelativeResize="0"/>
          <p:nvPr/>
        </p:nvPicPr>
        <p:blipFill rotWithShape="1">
          <a:blip r:embed="rId2">
            <a:alphaModFix amt="49000"/>
          </a:blip>
          <a:srcRect b="0" l="0" r="0" t="0"/>
          <a:stretch/>
        </p:blipFill>
        <p:spPr>
          <a:xfrm rot="10800000"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48"/>
          <p:cNvSpPr txBox="1"/>
          <p:nvPr>
            <p:ph idx="1" type="subTitle"/>
          </p:nvPr>
        </p:nvSpPr>
        <p:spPr>
          <a:xfrm>
            <a:off x="4718748" y="2780225"/>
            <a:ext cx="33033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48"/>
          <p:cNvSpPr txBox="1"/>
          <p:nvPr>
            <p:ph idx="2" type="subTitle"/>
          </p:nvPr>
        </p:nvSpPr>
        <p:spPr>
          <a:xfrm>
            <a:off x="1121950" y="2780225"/>
            <a:ext cx="33033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48"/>
          <p:cNvSpPr txBox="1"/>
          <p:nvPr>
            <p:ph idx="3" type="subTitle"/>
          </p:nvPr>
        </p:nvSpPr>
        <p:spPr>
          <a:xfrm>
            <a:off x="1121950" y="2407925"/>
            <a:ext cx="33033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0" name="Google Shape;180;p48"/>
          <p:cNvSpPr txBox="1"/>
          <p:nvPr>
            <p:ph idx="4" type="subTitle"/>
          </p:nvPr>
        </p:nvSpPr>
        <p:spPr>
          <a:xfrm>
            <a:off x="4718746" y="2407925"/>
            <a:ext cx="33033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81" name="Google Shape;181;p48"/>
          <p:cNvGrpSpPr/>
          <p:nvPr/>
        </p:nvGrpSpPr>
        <p:grpSpPr>
          <a:xfrm>
            <a:off x="107166" y="282117"/>
            <a:ext cx="9564630" cy="4770320"/>
            <a:chOff x="107166" y="282117"/>
            <a:chExt cx="9564630" cy="4770320"/>
          </a:xfrm>
        </p:grpSpPr>
        <p:grpSp>
          <p:nvGrpSpPr>
            <p:cNvPr id="182" name="Google Shape;182;p48"/>
            <p:cNvGrpSpPr/>
            <p:nvPr/>
          </p:nvGrpSpPr>
          <p:grpSpPr>
            <a:xfrm flipH="1" rot="10800000">
              <a:off x="107166" y="282117"/>
              <a:ext cx="1908356" cy="514763"/>
              <a:chOff x="3109550" y="3432375"/>
              <a:chExt cx="1622200" cy="437575"/>
            </a:xfrm>
          </p:grpSpPr>
          <p:sp>
            <p:nvSpPr>
              <p:cNvPr id="183" name="Google Shape;183;p48"/>
              <p:cNvSpPr/>
              <p:nvPr/>
            </p:nvSpPr>
            <p:spPr>
              <a:xfrm>
                <a:off x="3980725" y="3817350"/>
                <a:ext cx="727150" cy="7350"/>
              </a:xfrm>
              <a:custGeom>
                <a:rect b="b" l="l" r="r" t="t"/>
                <a:pathLst>
                  <a:path extrusionOk="0" h="294" w="29086">
                    <a:moveTo>
                      <a:pt x="148" y="0"/>
                    </a:moveTo>
                    <a:cubicBezTo>
                      <a:pt x="66" y="0"/>
                      <a:pt x="1" y="65"/>
                      <a:pt x="1" y="147"/>
                    </a:cubicBezTo>
                    <a:cubicBezTo>
                      <a:pt x="1" y="228"/>
                      <a:pt x="66" y="294"/>
                      <a:pt x="148" y="294"/>
                    </a:cubicBezTo>
                    <a:lnTo>
                      <a:pt x="28937" y="294"/>
                    </a:lnTo>
                    <a:cubicBezTo>
                      <a:pt x="29019" y="294"/>
                      <a:pt x="29084" y="226"/>
                      <a:pt x="29085" y="147"/>
                    </a:cubicBezTo>
                    <a:cubicBezTo>
                      <a:pt x="29085" y="65"/>
                      <a:pt x="29020" y="0"/>
                      <a:pt x="289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48"/>
              <p:cNvSpPr/>
              <p:nvPr/>
            </p:nvSpPr>
            <p:spPr>
              <a:xfrm>
                <a:off x="4676550" y="3793425"/>
                <a:ext cx="55200" cy="55200"/>
              </a:xfrm>
              <a:custGeom>
                <a:rect b="b" l="l" r="r" t="t"/>
                <a:pathLst>
                  <a:path extrusionOk="0" h="2208" w="2208">
                    <a:moveTo>
                      <a:pt x="1104" y="0"/>
                    </a:moveTo>
                    <a:cubicBezTo>
                      <a:pt x="495" y="0"/>
                      <a:pt x="1" y="494"/>
                      <a:pt x="1" y="1104"/>
                    </a:cubicBezTo>
                    <a:cubicBezTo>
                      <a:pt x="1" y="1713"/>
                      <a:pt x="495" y="2207"/>
                      <a:pt x="1104" y="2207"/>
                    </a:cubicBezTo>
                    <a:cubicBezTo>
                      <a:pt x="1713" y="2207"/>
                      <a:pt x="2208" y="1713"/>
                      <a:pt x="2208" y="1104"/>
                    </a:cubicBezTo>
                    <a:cubicBezTo>
                      <a:pt x="2208" y="494"/>
                      <a:pt x="1713" y="0"/>
                      <a:pt x="11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48"/>
              <p:cNvSpPr/>
              <p:nvPr/>
            </p:nvSpPr>
            <p:spPr>
              <a:xfrm>
                <a:off x="3154450" y="3477650"/>
                <a:ext cx="347750" cy="347050"/>
              </a:xfrm>
              <a:custGeom>
                <a:rect b="b" l="l" r="r" t="t"/>
                <a:pathLst>
                  <a:path extrusionOk="0" h="13882" w="13910">
                    <a:moveTo>
                      <a:pt x="162" y="0"/>
                    </a:moveTo>
                    <a:cubicBezTo>
                      <a:pt x="124" y="0"/>
                      <a:pt x="86" y="15"/>
                      <a:pt x="57" y="43"/>
                    </a:cubicBezTo>
                    <a:cubicBezTo>
                      <a:pt x="1" y="100"/>
                      <a:pt x="1" y="193"/>
                      <a:pt x="57" y="251"/>
                    </a:cubicBezTo>
                    <a:lnTo>
                      <a:pt x="13645" y="13838"/>
                    </a:lnTo>
                    <a:cubicBezTo>
                      <a:pt x="13674" y="13866"/>
                      <a:pt x="13711" y="13882"/>
                      <a:pt x="13749" y="13882"/>
                    </a:cubicBezTo>
                    <a:cubicBezTo>
                      <a:pt x="13787" y="13882"/>
                      <a:pt x="13824" y="13866"/>
                      <a:pt x="13852" y="13838"/>
                    </a:cubicBezTo>
                    <a:cubicBezTo>
                      <a:pt x="13910" y="13781"/>
                      <a:pt x="13910" y="13687"/>
                      <a:pt x="13852" y="13629"/>
                    </a:cubicBezTo>
                    <a:lnTo>
                      <a:pt x="266" y="43"/>
                    </a:lnTo>
                    <a:cubicBezTo>
                      <a:pt x="237" y="15"/>
                      <a:pt x="199" y="0"/>
                      <a:pt x="1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48"/>
              <p:cNvSpPr/>
              <p:nvPr/>
            </p:nvSpPr>
            <p:spPr>
              <a:xfrm>
                <a:off x="3483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3" y="1176"/>
                      <a:pt x="588" y="1176"/>
                    </a:cubicBezTo>
                    <a:lnTo>
                      <a:pt x="1957" y="1176"/>
                    </a:lnTo>
                    <a:cubicBezTo>
                      <a:pt x="2283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48"/>
              <p:cNvSpPr/>
              <p:nvPr/>
            </p:nvSpPr>
            <p:spPr>
              <a:xfrm>
                <a:off x="3605675" y="3806300"/>
                <a:ext cx="271225" cy="29400"/>
              </a:xfrm>
              <a:custGeom>
                <a:rect b="b" l="l" r="r" t="t"/>
                <a:pathLst>
                  <a:path extrusionOk="0" h="1176" w="10849">
                    <a:moveTo>
                      <a:pt x="587" y="1"/>
                    </a:moveTo>
                    <a:cubicBezTo>
                      <a:pt x="264" y="1"/>
                      <a:pt x="0" y="264"/>
                      <a:pt x="0" y="589"/>
                    </a:cubicBezTo>
                    <a:cubicBezTo>
                      <a:pt x="0" y="913"/>
                      <a:pt x="264" y="1176"/>
                      <a:pt x="587" y="1176"/>
                    </a:cubicBezTo>
                    <a:lnTo>
                      <a:pt x="3666" y="1176"/>
                    </a:lnTo>
                    <a:cubicBezTo>
                      <a:pt x="3990" y="1176"/>
                      <a:pt x="4253" y="913"/>
                      <a:pt x="4253" y="589"/>
                    </a:cubicBezTo>
                    <a:cubicBezTo>
                      <a:pt x="4253" y="264"/>
                      <a:pt x="3990" y="1"/>
                      <a:pt x="3666" y="1"/>
                    </a:cubicBezTo>
                    <a:close/>
                    <a:moveTo>
                      <a:pt x="7184" y="1"/>
                    </a:moveTo>
                    <a:cubicBezTo>
                      <a:pt x="6859" y="1"/>
                      <a:pt x="6597" y="264"/>
                      <a:pt x="6597" y="589"/>
                    </a:cubicBezTo>
                    <a:cubicBezTo>
                      <a:pt x="6597" y="913"/>
                      <a:pt x="6859" y="1176"/>
                      <a:pt x="7184" y="1176"/>
                    </a:cubicBezTo>
                    <a:lnTo>
                      <a:pt x="10262" y="1176"/>
                    </a:lnTo>
                    <a:cubicBezTo>
                      <a:pt x="10587" y="1176"/>
                      <a:pt x="10849" y="913"/>
                      <a:pt x="10849" y="589"/>
                    </a:cubicBezTo>
                    <a:cubicBezTo>
                      <a:pt x="10849" y="264"/>
                      <a:pt x="10587" y="1"/>
                      <a:pt x="102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48"/>
              <p:cNvSpPr/>
              <p:nvPr/>
            </p:nvSpPr>
            <p:spPr>
              <a:xfrm>
                <a:off x="3935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4" y="1176"/>
                      <a:pt x="588" y="1176"/>
                    </a:cubicBezTo>
                    <a:lnTo>
                      <a:pt x="1958" y="1176"/>
                    </a:lnTo>
                    <a:cubicBezTo>
                      <a:pt x="2282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8"/>
              <p:cNvSpPr/>
              <p:nvPr/>
            </p:nvSpPr>
            <p:spPr>
              <a:xfrm>
                <a:off x="3109550" y="34323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8" y="1"/>
                    </a:moveTo>
                    <a:cubicBezTo>
                      <a:pt x="877" y="1"/>
                      <a:pt x="1" y="877"/>
                      <a:pt x="1" y="1958"/>
                    </a:cubicBezTo>
                    <a:cubicBezTo>
                      <a:pt x="1" y="3038"/>
                      <a:pt x="877" y="3915"/>
                      <a:pt x="1958" y="3915"/>
                    </a:cubicBezTo>
                    <a:cubicBezTo>
                      <a:pt x="3039" y="3915"/>
                      <a:pt x="3914" y="3038"/>
                      <a:pt x="3914" y="1958"/>
                    </a:cubicBezTo>
                    <a:cubicBezTo>
                      <a:pt x="3914" y="877"/>
                      <a:pt x="3039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48"/>
              <p:cNvSpPr/>
              <p:nvPr/>
            </p:nvSpPr>
            <p:spPr>
              <a:xfrm>
                <a:off x="4183025" y="37720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7" y="1"/>
                    </a:moveTo>
                    <a:cubicBezTo>
                      <a:pt x="877" y="1"/>
                      <a:pt x="1" y="876"/>
                      <a:pt x="1" y="1958"/>
                    </a:cubicBezTo>
                    <a:cubicBezTo>
                      <a:pt x="1" y="3038"/>
                      <a:pt x="877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48"/>
              <p:cNvSpPr/>
              <p:nvPr/>
            </p:nvSpPr>
            <p:spPr>
              <a:xfrm>
                <a:off x="4392475" y="3772075"/>
                <a:ext cx="97850" cy="97875"/>
              </a:xfrm>
              <a:custGeom>
                <a:rect b="b" l="l" r="r" t="t"/>
                <a:pathLst>
                  <a:path extrusionOk="0" h="3915" w="3914">
                    <a:moveTo>
                      <a:pt x="1957" y="1"/>
                    </a:moveTo>
                    <a:cubicBezTo>
                      <a:pt x="876" y="1"/>
                      <a:pt x="0" y="876"/>
                      <a:pt x="0" y="1958"/>
                    </a:cubicBezTo>
                    <a:cubicBezTo>
                      <a:pt x="0" y="3038"/>
                      <a:pt x="876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" name="Google Shape;192;p48"/>
            <p:cNvGrpSpPr/>
            <p:nvPr/>
          </p:nvGrpSpPr>
          <p:grpSpPr>
            <a:xfrm flipH="1" rot="10800000">
              <a:off x="7189757" y="4479738"/>
              <a:ext cx="2482039" cy="572699"/>
              <a:chOff x="1492450" y="1911750"/>
              <a:chExt cx="2360475" cy="544650"/>
            </a:xfrm>
          </p:grpSpPr>
          <p:sp>
            <p:nvSpPr>
              <p:cNvPr id="193" name="Google Shape;193;p48"/>
              <p:cNvSpPr/>
              <p:nvPr/>
            </p:nvSpPr>
            <p:spPr>
              <a:xfrm>
                <a:off x="3086750" y="2015325"/>
                <a:ext cx="154050" cy="4100"/>
              </a:xfrm>
              <a:custGeom>
                <a:rect b="b" l="l" r="r" t="t"/>
                <a:pathLst>
                  <a:path extrusionOk="0" h="164" w="6162">
                    <a:moveTo>
                      <a:pt x="82" y="0"/>
                    </a:moveTo>
                    <a:cubicBezTo>
                      <a:pt x="36" y="0"/>
                      <a:pt x="1" y="37"/>
                      <a:pt x="1" y="82"/>
                    </a:cubicBezTo>
                    <a:cubicBezTo>
                      <a:pt x="1" y="126"/>
                      <a:pt x="36" y="163"/>
                      <a:pt x="82" y="163"/>
                    </a:cubicBezTo>
                    <a:lnTo>
                      <a:pt x="6080" y="163"/>
                    </a:lnTo>
                    <a:cubicBezTo>
                      <a:pt x="6127" y="163"/>
                      <a:pt x="6161" y="126"/>
                      <a:pt x="6161" y="82"/>
                    </a:cubicBezTo>
                    <a:cubicBezTo>
                      <a:pt x="6161" y="37"/>
                      <a:pt x="6124" y="0"/>
                      <a:pt x="60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48"/>
              <p:cNvSpPr/>
              <p:nvPr/>
            </p:nvSpPr>
            <p:spPr>
              <a:xfrm>
                <a:off x="32233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8" y="1234"/>
                      <a:pt x="1234" y="957"/>
                      <a:pt x="1234" y="617"/>
                    </a:cubicBezTo>
                    <a:cubicBezTo>
                      <a:pt x="1234" y="277"/>
                      <a:pt x="958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48"/>
              <p:cNvSpPr/>
              <p:nvPr/>
            </p:nvSpPr>
            <p:spPr>
              <a:xfrm>
                <a:off x="26791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29" y="0"/>
                    </a:moveTo>
                    <a:cubicBezTo>
                      <a:pt x="147" y="0"/>
                      <a:pt x="1" y="147"/>
                      <a:pt x="1" y="330"/>
                    </a:cubicBezTo>
                    <a:cubicBezTo>
                      <a:pt x="1" y="511"/>
                      <a:pt x="148" y="658"/>
                      <a:pt x="329" y="658"/>
                    </a:cubicBezTo>
                    <a:lnTo>
                      <a:pt x="1095" y="658"/>
                    </a:lnTo>
                    <a:cubicBezTo>
                      <a:pt x="1277" y="658"/>
                      <a:pt x="1425" y="511"/>
                      <a:pt x="1425" y="330"/>
                    </a:cubicBezTo>
                    <a:cubicBezTo>
                      <a:pt x="1425" y="147"/>
                      <a:pt x="1277" y="0"/>
                      <a:pt x="10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8"/>
              <p:cNvSpPr/>
              <p:nvPr/>
            </p:nvSpPr>
            <p:spPr>
              <a:xfrm>
                <a:off x="2740975" y="2009100"/>
                <a:ext cx="294175" cy="16475"/>
              </a:xfrm>
              <a:custGeom>
                <a:rect b="b" l="l" r="r" t="t"/>
                <a:pathLst>
                  <a:path extrusionOk="0" h="659" w="11767">
                    <a:moveTo>
                      <a:pt x="330" y="0"/>
                    </a:moveTo>
                    <a:cubicBezTo>
                      <a:pt x="148" y="0"/>
                      <a:pt x="1" y="147"/>
                      <a:pt x="1" y="330"/>
                    </a:cubicBezTo>
                    <a:cubicBezTo>
                      <a:pt x="1" y="511"/>
                      <a:pt x="150" y="658"/>
                      <a:pt x="330" y="658"/>
                    </a:cubicBezTo>
                    <a:lnTo>
                      <a:pt x="1825" y="658"/>
                    </a:lnTo>
                    <a:cubicBezTo>
                      <a:pt x="2006" y="658"/>
                      <a:pt x="2154" y="511"/>
                      <a:pt x="2154" y="330"/>
                    </a:cubicBezTo>
                    <a:cubicBezTo>
                      <a:pt x="2154" y="147"/>
                      <a:pt x="2006" y="0"/>
                      <a:pt x="1825" y="0"/>
                    </a:cubicBezTo>
                    <a:close/>
                    <a:moveTo>
                      <a:pt x="3534" y="0"/>
                    </a:moveTo>
                    <a:cubicBezTo>
                      <a:pt x="3353" y="0"/>
                      <a:pt x="3206" y="147"/>
                      <a:pt x="3206" y="330"/>
                    </a:cubicBezTo>
                    <a:cubicBezTo>
                      <a:pt x="3206" y="511"/>
                      <a:pt x="3354" y="658"/>
                      <a:pt x="3534" y="658"/>
                    </a:cubicBezTo>
                    <a:lnTo>
                      <a:pt x="5029" y="658"/>
                    </a:lnTo>
                    <a:cubicBezTo>
                      <a:pt x="5211" y="658"/>
                      <a:pt x="5358" y="511"/>
                      <a:pt x="5358" y="330"/>
                    </a:cubicBezTo>
                    <a:cubicBezTo>
                      <a:pt x="5358" y="147"/>
                      <a:pt x="5211" y="0"/>
                      <a:pt x="5029" y="0"/>
                    </a:cubicBezTo>
                    <a:close/>
                    <a:moveTo>
                      <a:pt x="6739" y="0"/>
                    </a:moveTo>
                    <a:cubicBezTo>
                      <a:pt x="6556" y="0"/>
                      <a:pt x="6410" y="147"/>
                      <a:pt x="6410" y="330"/>
                    </a:cubicBezTo>
                    <a:cubicBezTo>
                      <a:pt x="6410" y="511"/>
                      <a:pt x="6558" y="658"/>
                      <a:pt x="6739" y="658"/>
                    </a:cubicBezTo>
                    <a:lnTo>
                      <a:pt x="8234" y="658"/>
                    </a:lnTo>
                    <a:cubicBezTo>
                      <a:pt x="8414" y="658"/>
                      <a:pt x="8562" y="511"/>
                      <a:pt x="8562" y="330"/>
                    </a:cubicBezTo>
                    <a:cubicBezTo>
                      <a:pt x="8562" y="147"/>
                      <a:pt x="8414" y="0"/>
                      <a:pt x="8234" y="0"/>
                    </a:cubicBezTo>
                    <a:close/>
                    <a:moveTo>
                      <a:pt x="9942" y="0"/>
                    </a:moveTo>
                    <a:cubicBezTo>
                      <a:pt x="9760" y="0"/>
                      <a:pt x="9613" y="147"/>
                      <a:pt x="9613" y="330"/>
                    </a:cubicBezTo>
                    <a:cubicBezTo>
                      <a:pt x="9613" y="511"/>
                      <a:pt x="9761" y="658"/>
                      <a:pt x="9942" y="658"/>
                    </a:cubicBezTo>
                    <a:lnTo>
                      <a:pt x="11437" y="658"/>
                    </a:lnTo>
                    <a:cubicBezTo>
                      <a:pt x="11619" y="658"/>
                      <a:pt x="11766" y="511"/>
                      <a:pt x="11766" y="330"/>
                    </a:cubicBezTo>
                    <a:cubicBezTo>
                      <a:pt x="11766" y="147"/>
                      <a:pt x="11617" y="0"/>
                      <a:pt x="114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8"/>
              <p:cNvSpPr/>
              <p:nvPr/>
            </p:nvSpPr>
            <p:spPr>
              <a:xfrm>
                <a:off x="30614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30" y="0"/>
                    </a:moveTo>
                    <a:cubicBezTo>
                      <a:pt x="147" y="0"/>
                      <a:pt x="0" y="147"/>
                      <a:pt x="0" y="330"/>
                    </a:cubicBezTo>
                    <a:cubicBezTo>
                      <a:pt x="0" y="511"/>
                      <a:pt x="148" y="658"/>
                      <a:pt x="330" y="658"/>
                    </a:cubicBezTo>
                    <a:lnTo>
                      <a:pt x="1096" y="658"/>
                    </a:lnTo>
                    <a:cubicBezTo>
                      <a:pt x="1278" y="658"/>
                      <a:pt x="1424" y="511"/>
                      <a:pt x="1424" y="330"/>
                    </a:cubicBezTo>
                    <a:cubicBezTo>
                      <a:pt x="1424" y="147"/>
                      <a:pt x="1277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8"/>
              <p:cNvSpPr/>
              <p:nvPr/>
            </p:nvSpPr>
            <p:spPr>
              <a:xfrm>
                <a:off x="1520225" y="2015300"/>
                <a:ext cx="1169125" cy="235550"/>
              </a:xfrm>
              <a:custGeom>
                <a:rect b="b" l="l" r="r" t="t"/>
                <a:pathLst>
                  <a:path extrusionOk="0" h="9422" w="46765">
                    <a:moveTo>
                      <a:pt x="9349" y="0"/>
                    </a:moveTo>
                    <a:cubicBezTo>
                      <a:pt x="9328" y="0"/>
                      <a:pt x="9306" y="9"/>
                      <a:pt x="9291" y="24"/>
                    </a:cubicBezTo>
                    <a:lnTo>
                      <a:pt x="34" y="9281"/>
                    </a:lnTo>
                    <a:cubicBezTo>
                      <a:pt x="1" y="9313"/>
                      <a:pt x="1" y="9365"/>
                      <a:pt x="34" y="9397"/>
                    </a:cubicBezTo>
                    <a:cubicBezTo>
                      <a:pt x="50" y="9413"/>
                      <a:pt x="70" y="9421"/>
                      <a:pt x="92" y="9421"/>
                    </a:cubicBezTo>
                    <a:cubicBezTo>
                      <a:pt x="114" y="9421"/>
                      <a:pt x="135" y="9414"/>
                      <a:pt x="152" y="9395"/>
                    </a:cubicBezTo>
                    <a:lnTo>
                      <a:pt x="9384" y="163"/>
                    </a:lnTo>
                    <a:lnTo>
                      <a:pt x="46683" y="163"/>
                    </a:lnTo>
                    <a:cubicBezTo>
                      <a:pt x="46727" y="163"/>
                      <a:pt x="46764" y="126"/>
                      <a:pt x="46764" y="82"/>
                    </a:cubicBezTo>
                    <a:cubicBezTo>
                      <a:pt x="46764" y="36"/>
                      <a:pt x="46727" y="0"/>
                      <a:pt x="46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48"/>
              <p:cNvSpPr/>
              <p:nvPr/>
            </p:nvSpPr>
            <p:spPr>
              <a:xfrm>
                <a:off x="2102650" y="1925075"/>
                <a:ext cx="175350" cy="94350"/>
              </a:xfrm>
              <a:custGeom>
                <a:rect b="b" l="l" r="r" t="t"/>
                <a:pathLst>
                  <a:path extrusionOk="0" h="3774" w="7014">
                    <a:moveTo>
                      <a:pt x="3699" y="1"/>
                    </a:moveTo>
                    <a:cubicBezTo>
                      <a:pt x="3677" y="1"/>
                      <a:pt x="3655" y="11"/>
                      <a:pt x="3641" y="25"/>
                    </a:cubicBezTo>
                    <a:lnTo>
                      <a:pt x="33" y="3633"/>
                    </a:lnTo>
                    <a:cubicBezTo>
                      <a:pt x="0" y="3665"/>
                      <a:pt x="0" y="3717"/>
                      <a:pt x="33" y="3748"/>
                    </a:cubicBezTo>
                    <a:cubicBezTo>
                      <a:pt x="49" y="3765"/>
                      <a:pt x="70" y="3773"/>
                      <a:pt x="92" y="3773"/>
                    </a:cubicBezTo>
                    <a:cubicBezTo>
                      <a:pt x="113" y="3773"/>
                      <a:pt x="133" y="3766"/>
                      <a:pt x="149" y="3747"/>
                    </a:cubicBezTo>
                    <a:lnTo>
                      <a:pt x="3734" y="164"/>
                    </a:lnTo>
                    <a:lnTo>
                      <a:pt x="6932" y="164"/>
                    </a:lnTo>
                    <a:cubicBezTo>
                      <a:pt x="6976" y="164"/>
                      <a:pt x="7013" y="127"/>
                      <a:pt x="7013" y="82"/>
                    </a:cubicBezTo>
                    <a:cubicBezTo>
                      <a:pt x="7013" y="38"/>
                      <a:pt x="6976" y="1"/>
                      <a:pt x="69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48"/>
              <p:cNvSpPr/>
              <p:nvPr/>
            </p:nvSpPr>
            <p:spPr>
              <a:xfrm>
                <a:off x="2260500" y="1911750"/>
                <a:ext cx="30900" cy="30875"/>
              </a:xfrm>
              <a:custGeom>
                <a:rect b="b" l="l" r="r" t="t"/>
                <a:pathLst>
                  <a:path extrusionOk="0" h="1235" w="1236">
                    <a:moveTo>
                      <a:pt x="618" y="0"/>
                    </a:moveTo>
                    <a:cubicBezTo>
                      <a:pt x="278" y="0"/>
                      <a:pt x="0" y="276"/>
                      <a:pt x="0" y="617"/>
                    </a:cubicBezTo>
                    <a:cubicBezTo>
                      <a:pt x="0" y="958"/>
                      <a:pt x="278" y="1234"/>
                      <a:pt x="618" y="1234"/>
                    </a:cubicBezTo>
                    <a:cubicBezTo>
                      <a:pt x="958" y="1234"/>
                      <a:pt x="1235" y="958"/>
                      <a:pt x="1235" y="617"/>
                    </a:cubicBezTo>
                    <a:cubicBezTo>
                      <a:pt x="1235" y="276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48"/>
              <p:cNvSpPr/>
              <p:nvPr/>
            </p:nvSpPr>
            <p:spPr>
              <a:xfrm>
                <a:off x="2538650" y="2015275"/>
                <a:ext cx="461325" cy="131575"/>
              </a:xfrm>
              <a:custGeom>
                <a:rect b="b" l="l" r="r" t="t"/>
                <a:pathLst>
                  <a:path extrusionOk="0" h="5263" w="18453">
                    <a:moveTo>
                      <a:pt x="91" y="1"/>
                    </a:moveTo>
                    <a:cubicBezTo>
                      <a:pt x="70" y="1"/>
                      <a:pt x="49" y="9"/>
                      <a:pt x="33" y="25"/>
                    </a:cubicBezTo>
                    <a:cubicBezTo>
                      <a:pt x="0" y="57"/>
                      <a:pt x="0" y="109"/>
                      <a:pt x="33" y="140"/>
                    </a:cubicBezTo>
                    <a:lnTo>
                      <a:pt x="5130" y="5238"/>
                    </a:lnTo>
                    <a:cubicBezTo>
                      <a:pt x="5147" y="5254"/>
                      <a:pt x="5167" y="5263"/>
                      <a:pt x="5189" y="5263"/>
                    </a:cubicBezTo>
                    <a:lnTo>
                      <a:pt x="18372" y="5263"/>
                    </a:lnTo>
                    <a:cubicBezTo>
                      <a:pt x="18419" y="5263"/>
                      <a:pt x="18452" y="5225"/>
                      <a:pt x="18452" y="5180"/>
                    </a:cubicBezTo>
                    <a:cubicBezTo>
                      <a:pt x="18452" y="5135"/>
                      <a:pt x="18415" y="5099"/>
                      <a:pt x="18371" y="5099"/>
                    </a:cubicBezTo>
                    <a:lnTo>
                      <a:pt x="5222" y="5099"/>
                    </a:lnTo>
                    <a:lnTo>
                      <a:pt x="148" y="25"/>
                    </a:lnTo>
                    <a:cubicBezTo>
                      <a:pt x="133" y="9"/>
                      <a:pt x="112" y="1"/>
                      <a:pt x="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48"/>
              <p:cNvSpPr/>
              <p:nvPr/>
            </p:nvSpPr>
            <p:spPr>
              <a:xfrm>
                <a:off x="2982525" y="21293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1"/>
                    </a:moveTo>
                    <a:cubicBezTo>
                      <a:pt x="277" y="1"/>
                      <a:pt x="0" y="277"/>
                      <a:pt x="0" y="618"/>
                    </a:cubicBezTo>
                    <a:cubicBezTo>
                      <a:pt x="0" y="959"/>
                      <a:pt x="277" y="1235"/>
                      <a:pt x="617" y="1235"/>
                    </a:cubicBezTo>
                    <a:cubicBezTo>
                      <a:pt x="957" y="1235"/>
                      <a:pt x="1234" y="959"/>
                      <a:pt x="1234" y="618"/>
                    </a:cubicBezTo>
                    <a:cubicBezTo>
                      <a:pt x="1234" y="277"/>
                      <a:pt x="957" y="1"/>
                      <a:pt x="6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48"/>
              <p:cNvSpPr/>
              <p:nvPr/>
            </p:nvSpPr>
            <p:spPr>
              <a:xfrm>
                <a:off x="1997625" y="2015300"/>
                <a:ext cx="1841950" cy="415750"/>
              </a:xfrm>
              <a:custGeom>
                <a:rect b="b" l="l" r="r" t="t"/>
                <a:pathLst>
                  <a:path extrusionOk="0" h="16630" w="73678">
                    <a:moveTo>
                      <a:pt x="92" y="0"/>
                    </a:moveTo>
                    <a:cubicBezTo>
                      <a:pt x="71" y="0"/>
                      <a:pt x="50" y="8"/>
                      <a:pt x="33" y="24"/>
                    </a:cubicBezTo>
                    <a:cubicBezTo>
                      <a:pt x="1" y="56"/>
                      <a:pt x="1" y="108"/>
                      <a:pt x="33" y="139"/>
                    </a:cubicBezTo>
                    <a:lnTo>
                      <a:pt x="16498" y="16605"/>
                    </a:lnTo>
                    <a:cubicBezTo>
                      <a:pt x="16514" y="16621"/>
                      <a:pt x="16535" y="16629"/>
                      <a:pt x="16557" y="16629"/>
                    </a:cubicBezTo>
                    <a:lnTo>
                      <a:pt x="73595" y="16629"/>
                    </a:lnTo>
                    <a:cubicBezTo>
                      <a:pt x="73641" y="16629"/>
                      <a:pt x="73677" y="16592"/>
                      <a:pt x="73676" y="16548"/>
                    </a:cubicBezTo>
                    <a:cubicBezTo>
                      <a:pt x="73676" y="16503"/>
                      <a:pt x="73639" y="16466"/>
                      <a:pt x="73595" y="16466"/>
                    </a:cubicBezTo>
                    <a:lnTo>
                      <a:pt x="16590" y="16466"/>
                    </a:lnTo>
                    <a:lnTo>
                      <a:pt x="148" y="24"/>
                    </a:lnTo>
                    <a:cubicBezTo>
                      <a:pt x="133" y="8"/>
                      <a:pt x="112" y="0"/>
                      <a:pt x="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48"/>
              <p:cNvSpPr/>
              <p:nvPr/>
            </p:nvSpPr>
            <p:spPr>
              <a:xfrm>
                <a:off x="3822050" y="2413550"/>
                <a:ext cx="30875" cy="30850"/>
              </a:xfrm>
              <a:custGeom>
                <a:rect b="b" l="l" r="r" t="t"/>
                <a:pathLst>
                  <a:path extrusionOk="0" h="1234" w="1235">
                    <a:moveTo>
                      <a:pt x="618" y="0"/>
                    </a:moveTo>
                    <a:cubicBezTo>
                      <a:pt x="277" y="0"/>
                      <a:pt x="0" y="277"/>
                      <a:pt x="0" y="618"/>
                    </a:cubicBezTo>
                    <a:cubicBezTo>
                      <a:pt x="0" y="958"/>
                      <a:pt x="277" y="1234"/>
                      <a:pt x="618" y="1234"/>
                    </a:cubicBezTo>
                    <a:cubicBezTo>
                      <a:pt x="958" y="1234"/>
                      <a:pt x="1234" y="958"/>
                      <a:pt x="1234" y="618"/>
                    </a:cubicBezTo>
                    <a:cubicBezTo>
                      <a:pt x="1234" y="277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48"/>
              <p:cNvSpPr/>
              <p:nvPr/>
            </p:nvSpPr>
            <p:spPr>
              <a:xfrm>
                <a:off x="2220000" y="2015325"/>
                <a:ext cx="10525" cy="4100"/>
              </a:xfrm>
              <a:custGeom>
                <a:rect b="b" l="l" r="r" t="t"/>
                <a:pathLst>
                  <a:path extrusionOk="0" h="164" w="421">
                    <a:moveTo>
                      <a:pt x="82" y="0"/>
                    </a:moveTo>
                    <a:cubicBezTo>
                      <a:pt x="38" y="0"/>
                      <a:pt x="1" y="37"/>
                      <a:pt x="1" y="82"/>
                    </a:cubicBezTo>
                    <a:cubicBezTo>
                      <a:pt x="1" y="126"/>
                      <a:pt x="38" y="163"/>
                      <a:pt x="82" y="163"/>
                    </a:cubicBezTo>
                    <a:lnTo>
                      <a:pt x="339" y="163"/>
                    </a:lnTo>
                    <a:cubicBezTo>
                      <a:pt x="384" y="163"/>
                      <a:pt x="420" y="126"/>
                      <a:pt x="420" y="82"/>
                    </a:cubicBezTo>
                    <a:cubicBezTo>
                      <a:pt x="420" y="37"/>
                      <a:pt x="383" y="0"/>
                      <a:pt x="3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48"/>
              <p:cNvSpPr/>
              <p:nvPr/>
            </p:nvSpPr>
            <p:spPr>
              <a:xfrm>
                <a:off x="22130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8" y="0"/>
                    </a:moveTo>
                    <a:cubicBezTo>
                      <a:pt x="276" y="0"/>
                      <a:pt x="0" y="275"/>
                      <a:pt x="0" y="617"/>
                    </a:cubicBezTo>
                    <a:cubicBezTo>
                      <a:pt x="0" y="958"/>
                      <a:pt x="276" y="1234"/>
                      <a:pt x="618" y="1234"/>
                    </a:cubicBezTo>
                    <a:cubicBezTo>
                      <a:pt x="958" y="1234"/>
                      <a:pt x="1234" y="958"/>
                      <a:pt x="1234" y="617"/>
                    </a:cubicBezTo>
                    <a:cubicBezTo>
                      <a:pt x="1234" y="275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48"/>
              <p:cNvSpPr/>
              <p:nvPr/>
            </p:nvSpPr>
            <p:spPr>
              <a:xfrm>
                <a:off x="227515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3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48"/>
              <p:cNvSpPr/>
              <p:nvPr/>
            </p:nvSpPr>
            <p:spPr>
              <a:xfrm>
                <a:off x="22681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8"/>
              <p:cNvSpPr/>
              <p:nvPr/>
            </p:nvSpPr>
            <p:spPr>
              <a:xfrm>
                <a:off x="233030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2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48"/>
              <p:cNvSpPr/>
              <p:nvPr/>
            </p:nvSpPr>
            <p:spPr>
              <a:xfrm>
                <a:off x="23233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48"/>
              <p:cNvSpPr/>
              <p:nvPr/>
            </p:nvSpPr>
            <p:spPr>
              <a:xfrm>
                <a:off x="1492450" y="2221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48"/>
              <p:cNvSpPr/>
              <p:nvPr/>
            </p:nvSpPr>
            <p:spPr>
              <a:xfrm>
                <a:off x="2638300" y="2117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1"/>
                    </a:cubicBezTo>
                    <a:cubicBezTo>
                      <a:pt x="1" y="750"/>
                      <a:pt x="1" y="1443"/>
                      <a:pt x="428" y="1870"/>
                    </a:cubicBezTo>
                    <a:cubicBezTo>
                      <a:pt x="642" y="2085"/>
                      <a:pt x="923" y="2192"/>
                      <a:pt x="1203" y="2192"/>
                    </a:cubicBezTo>
                    <a:cubicBezTo>
                      <a:pt x="1483" y="2192"/>
                      <a:pt x="1764" y="2085"/>
                      <a:pt x="1977" y="1870"/>
                    </a:cubicBezTo>
                    <a:cubicBezTo>
                      <a:pt x="2406" y="1443"/>
                      <a:pt x="2406" y="750"/>
                      <a:pt x="1977" y="321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48"/>
              <p:cNvSpPr/>
              <p:nvPr/>
            </p:nvSpPr>
            <p:spPr>
              <a:xfrm>
                <a:off x="1723875" y="1989975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3" y="0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48"/>
              <p:cNvSpPr/>
              <p:nvPr/>
            </p:nvSpPr>
            <p:spPr>
              <a:xfrm>
                <a:off x="2381475" y="24016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2" y="0"/>
                      <a:pt x="642" y="107"/>
                      <a:pt x="428" y="322"/>
                    </a:cubicBezTo>
                    <a:cubicBezTo>
                      <a:pt x="0" y="749"/>
                      <a:pt x="0" y="1442"/>
                      <a:pt x="428" y="1871"/>
                    </a:cubicBezTo>
                    <a:cubicBezTo>
                      <a:pt x="642" y="2084"/>
                      <a:pt x="922" y="2191"/>
                      <a:pt x="1203" y="2191"/>
                    </a:cubicBezTo>
                    <a:cubicBezTo>
                      <a:pt x="1483" y="2191"/>
                      <a:pt x="1763" y="2084"/>
                      <a:pt x="1977" y="1871"/>
                    </a:cubicBezTo>
                    <a:cubicBezTo>
                      <a:pt x="2405" y="1442"/>
                      <a:pt x="2405" y="749"/>
                      <a:pt x="1977" y="322"/>
                    </a:cubicBezTo>
                    <a:cubicBezTo>
                      <a:pt x="1763" y="107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48"/>
              <p:cNvSpPr/>
              <p:nvPr/>
            </p:nvSpPr>
            <p:spPr>
              <a:xfrm>
                <a:off x="1972525" y="1990000"/>
                <a:ext cx="54775" cy="54775"/>
              </a:xfrm>
              <a:custGeom>
                <a:rect b="b" l="l" r="r" t="t"/>
                <a:pathLst>
                  <a:path extrusionOk="0" h="2191" w="2191">
                    <a:moveTo>
                      <a:pt x="1096" y="0"/>
                    </a:moveTo>
                    <a:cubicBezTo>
                      <a:pt x="490" y="0"/>
                      <a:pt x="0" y="490"/>
                      <a:pt x="0" y="1095"/>
                    </a:cubicBezTo>
                    <a:cubicBezTo>
                      <a:pt x="0" y="1699"/>
                      <a:pt x="490" y="2191"/>
                      <a:pt x="1096" y="2191"/>
                    </a:cubicBezTo>
                    <a:cubicBezTo>
                      <a:pt x="1700" y="2191"/>
                      <a:pt x="2191" y="1699"/>
                      <a:pt x="2191" y="1095"/>
                    </a:cubicBezTo>
                    <a:cubicBezTo>
                      <a:pt x="2191" y="490"/>
                      <a:pt x="1700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48"/>
              <p:cNvSpPr/>
              <p:nvPr/>
            </p:nvSpPr>
            <p:spPr>
              <a:xfrm>
                <a:off x="2506375" y="2248775"/>
                <a:ext cx="68525" cy="93100"/>
              </a:xfrm>
              <a:custGeom>
                <a:rect b="b" l="l" r="r" t="t"/>
                <a:pathLst>
                  <a:path extrusionOk="0" h="3724" w="2741">
                    <a:moveTo>
                      <a:pt x="1" y="1"/>
                    </a:moveTo>
                    <a:lnTo>
                      <a:pt x="1111" y="1861"/>
                    </a:lnTo>
                    <a:lnTo>
                      <a:pt x="1" y="3723"/>
                    </a:lnTo>
                    <a:lnTo>
                      <a:pt x="1630" y="3723"/>
                    </a:lnTo>
                    <a:lnTo>
                      <a:pt x="2740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8"/>
              <p:cNvSpPr/>
              <p:nvPr/>
            </p:nvSpPr>
            <p:spPr>
              <a:xfrm>
                <a:off x="2620550" y="2248775"/>
                <a:ext cx="68550" cy="93100"/>
              </a:xfrm>
              <a:custGeom>
                <a:rect b="b" l="l" r="r" t="t"/>
                <a:pathLst>
                  <a:path extrusionOk="0" h="3724" w="2742">
                    <a:moveTo>
                      <a:pt x="1" y="1"/>
                    </a:moveTo>
                    <a:lnTo>
                      <a:pt x="1111" y="1861"/>
                    </a:lnTo>
                    <a:lnTo>
                      <a:pt x="1" y="3723"/>
                    </a:lnTo>
                    <a:lnTo>
                      <a:pt x="1630" y="3723"/>
                    </a:lnTo>
                    <a:lnTo>
                      <a:pt x="2742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48"/>
              <p:cNvSpPr/>
              <p:nvPr/>
            </p:nvSpPr>
            <p:spPr>
              <a:xfrm>
                <a:off x="2734800" y="2248775"/>
                <a:ext cx="68500" cy="93100"/>
              </a:xfrm>
              <a:custGeom>
                <a:rect b="b" l="l" r="r" t="t"/>
                <a:pathLst>
                  <a:path extrusionOk="0" h="3724" w="2740">
                    <a:moveTo>
                      <a:pt x="0" y="1"/>
                    </a:moveTo>
                    <a:lnTo>
                      <a:pt x="1110" y="1861"/>
                    </a:lnTo>
                    <a:lnTo>
                      <a:pt x="0" y="3723"/>
                    </a:lnTo>
                    <a:lnTo>
                      <a:pt x="1629" y="3723"/>
                    </a:lnTo>
                    <a:lnTo>
                      <a:pt x="2740" y="1861"/>
                    </a:ln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48"/>
              <p:cNvSpPr/>
              <p:nvPr/>
            </p:nvSpPr>
            <p:spPr>
              <a:xfrm>
                <a:off x="2848975" y="2248775"/>
                <a:ext cx="68525" cy="93100"/>
              </a:xfrm>
              <a:custGeom>
                <a:rect b="b" l="l" r="r" t="t"/>
                <a:pathLst>
                  <a:path extrusionOk="0" h="3724" w="2741">
                    <a:moveTo>
                      <a:pt x="0" y="1"/>
                    </a:moveTo>
                    <a:lnTo>
                      <a:pt x="1110" y="1861"/>
                    </a:lnTo>
                    <a:lnTo>
                      <a:pt x="0" y="3723"/>
                    </a:lnTo>
                    <a:lnTo>
                      <a:pt x="1631" y="3723"/>
                    </a:lnTo>
                    <a:lnTo>
                      <a:pt x="2741" y="1861"/>
                    </a:lnTo>
                    <a:lnTo>
                      <a:pt x="16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48"/>
              <p:cNvSpPr/>
              <p:nvPr/>
            </p:nvSpPr>
            <p:spPr>
              <a:xfrm>
                <a:off x="2963175" y="2248775"/>
                <a:ext cx="68500" cy="93100"/>
              </a:xfrm>
              <a:custGeom>
                <a:rect b="b" l="l" r="r" t="t"/>
                <a:pathLst>
                  <a:path extrusionOk="0" h="3724" w="2740">
                    <a:moveTo>
                      <a:pt x="0" y="1"/>
                    </a:moveTo>
                    <a:lnTo>
                      <a:pt x="1111" y="1861"/>
                    </a:lnTo>
                    <a:lnTo>
                      <a:pt x="0" y="3723"/>
                    </a:lnTo>
                    <a:lnTo>
                      <a:pt x="1630" y="3723"/>
                    </a:lnTo>
                    <a:lnTo>
                      <a:pt x="2740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48"/>
              <p:cNvSpPr/>
              <p:nvPr/>
            </p:nvSpPr>
            <p:spPr>
              <a:xfrm>
                <a:off x="3077375" y="2248775"/>
                <a:ext cx="68550" cy="93100"/>
              </a:xfrm>
              <a:custGeom>
                <a:rect b="b" l="l" r="r" t="t"/>
                <a:pathLst>
                  <a:path extrusionOk="0" h="3724" w="2742">
                    <a:moveTo>
                      <a:pt x="1" y="1"/>
                    </a:moveTo>
                    <a:lnTo>
                      <a:pt x="1112" y="1861"/>
                    </a:lnTo>
                    <a:lnTo>
                      <a:pt x="1" y="3723"/>
                    </a:lnTo>
                    <a:lnTo>
                      <a:pt x="1631" y="3723"/>
                    </a:lnTo>
                    <a:lnTo>
                      <a:pt x="2741" y="1861"/>
                    </a:lnTo>
                    <a:lnTo>
                      <a:pt x="16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9"/>
          <p:cNvPicPr preferRelativeResize="0"/>
          <p:nvPr/>
        </p:nvPicPr>
        <p:blipFill rotWithShape="1">
          <a:blip r:embed="rId2">
            <a:alphaModFix amt="48000"/>
          </a:blip>
          <a:srcRect b="0" l="0" r="0" t="0"/>
          <a:stretch/>
        </p:blipFill>
        <p:spPr>
          <a:xfrm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5" name="Google Shape;225;p49"/>
          <p:cNvSpPr txBox="1"/>
          <p:nvPr>
            <p:ph idx="1" type="subTitle"/>
          </p:nvPr>
        </p:nvSpPr>
        <p:spPr>
          <a:xfrm>
            <a:off x="713225" y="3284425"/>
            <a:ext cx="28797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6" name="Google Shape;226;p49"/>
          <p:cNvSpPr txBox="1"/>
          <p:nvPr>
            <p:ph idx="2" type="subTitle"/>
          </p:nvPr>
        </p:nvSpPr>
        <p:spPr>
          <a:xfrm>
            <a:off x="3132150" y="1659913"/>
            <a:ext cx="28797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7" name="Google Shape;227;p49"/>
          <p:cNvSpPr txBox="1"/>
          <p:nvPr>
            <p:ph idx="3" type="subTitle"/>
          </p:nvPr>
        </p:nvSpPr>
        <p:spPr>
          <a:xfrm>
            <a:off x="5544301" y="3284425"/>
            <a:ext cx="28797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8" name="Google Shape;228;p49"/>
          <p:cNvSpPr txBox="1"/>
          <p:nvPr>
            <p:ph idx="4" type="subTitle"/>
          </p:nvPr>
        </p:nvSpPr>
        <p:spPr>
          <a:xfrm>
            <a:off x="713225" y="2908525"/>
            <a:ext cx="2879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9" name="Google Shape;229;p49"/>
          <p:cNvSpPr txBox="1"/>
          <p:nvPr>
            <p:ph idx="5" type="subTitle"/>
          </p:nvPr>
        </p:nvSpPr>
        <p:spPr>
          <a:xfrm>
            <a:off x="3132142" y="1284013"/>
            <a:ext cx="2879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0" name="Google Shape;230;p49"/>
          <p:cNvSpPr txBox="1"/>
          <p:nvPr>
            <p:ph idx="6" type="subTitle"/>
          </p:nvPr>
        </p:nvSpPr>
        <p:spPr>
          <a:xfrm>
            <a:off x="5544301" y="2908525"/>
            <a:ext cx="2879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31" name="Google Shape;231;p49"/>
          <p:cNvGrpSpPr/>
          <p:nvPr/>
        </p:nvGrpSpPr>
        <p:grpSpPr>
          <a:xfrm>
            <a:off x="143489" y="80244"/>
            <a:ext cx="9641927" cy="5227916"/>
            <a:chOff x="143489" y="80244"/>
            <a:chExt cx="9641927" cy="5227916"/>
          </a:xfrm>
        </p:grpSpPr>
        <p:grpSp>
          <p:nvGrpSpPr>
            <p:cNvPr id="232" name="Google Shape;232;p49"/>
            <p:cNvGrpSpPr/>
            <p:nvPr/>
          </p:nvGrpSpPr>
          <p:grpSpPr>
            <a:xfrm>
              <a:off x="7076137" y="80244"/>
              <a:ext cx="2709279" cy="326669"/>
              <a:chOff x="4285100" y="1725050"/>
              <a:chExt cx="1548425" cy="186700"/>
            </a:xfrm>
          </p:grpSpPr>
          <p:sp>
            <p:nvSpPr>
              <p:cNvPr id="233" name="Google Shape;233;p49"/>
              <p:cNvSpPr/>
              <p:nvPr/>
            </p:nvSpPr>
            <p:spPr>
              <a:xfrm>
                <a:off x="4285100" y="1725050"/>
                <a:ext cx="1548425" cy="186700"/>
              </a:xfrm>
              <a:custGeom>
                <a:rect b="b" l="l" r="r" t="t"/>
                <a:pathLst>
                  <a:path extrusionOk="0" h="7468" w="61937">
                    <a:moveTo>
                      <a:pt x="38840" y="1"/>
                    </a:moveTo>
                    <a:lnTo>
                      <a:pt x="31676" y="7165"/>
                    </a:lnTo>
                    <a:lnTo>
                      <a:pt x="1" y="7165"/>
                    </a:lnTo>
                    <a:lnTo>
                      <a:pt x="1" y="7467"/>
                    </a:lnTo>
                    <a:lnTo>
                      <a:pt x="31800" y="7467"/>
                    </a:lnTo>
                    <a:lnTo>
                      <a:pt x="38965" y="303"/>
                    </a:lnTo>
                    <a:lnTo>
                      <a:pt x="61936" y="303"/>
                    </a:lnTo>
                    <a:lnTo>
                      <a:pt x="619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49"/>
              <p:cNvSpPr/>
              <p:nvPr/>
            </p:nvSpPr>
            <p:spPr>
              <a:xfrm>
                <a:off x="4765500" y="1743500"/>
                <a:ext cx="84325" cy="84350"/>
              </a:xfrm>
              <a:custGeom>
                <a:rect b="b" l="l" r="r" t="t"/>
                <a:pathLst>
                  <a:path extrusionOk="0" h="3374" w="3373">
                    <a:moveTo>
                      <a:pt x="1686" y="1"/>
                    </a:moveTo>
                    <a:cubicBezTo>
                      <a:pt x="756" y="1"/>
                      <a:pt x="0" y="755"/>
                      <a:pt x="0" y="1687"/>
                    </a:cubicBezTo>
                    <a:cubicBezTo>
                      <a:pt x="0" y="2619"/>
                      <a:pt x="756" y="3373"/>
                      <a:pt x="1686" y="3373"/>
                    </a:cubicBezTo>
                    <a:cubicBezTo>
                      <a:pt x="2618" y="3373"/>
                      <a:pt x="3372" y="2619"/>
                      <a:pt x="3372" y="1687"/>
                    </a:cubicBezTo>
                    <a:cubicBezTo>
                      <a:pt x="3372" y="755"/>
                      <a:pt x="2618" y="1"/>
                      <a:pt x="16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49"/>
              <p:cNvSpPr/>
              <p:nvPr/>
            </p:nvSpPr>
            <p:spPr>
              <a:xfrm>
                <a:off x="4896900" y="1760250"/>
                <a:ext cx="50850" cy="50850"/>
              </a:xfrm>
              <a:custGeom>
                <a:rect b="b" l="l" r="r" t="t"/>
                <a:pathLst>
                  <a:path extrusionOk="0" h="2034" w="2034">
                    <a:moveTo>
                      <a:pt x="1017" y="303"/>
                    </a:moveTo>
                    <a:cubicBezTo>
                      <a:pt x="1412" y="303"/>
                      <a:pt x="1732" y="623"/>
                      <a:pt x="1732" y="1017"/>
                    </a:cubicBezTo>
                    <a:cubicBezTo>
                      <a:pt x="1732" y="1412"/>
                      <a:pt x="1412" y="1732"/>
                      <a:pt x="1017" y="1732"/>
                    </a:cubicBezTo>
                    <a:cubicBezTo>
                      <a:pt x="623" y="1732"/>
                      <a:pt x="303" y="1412"/>
                      <a:pt x="303" y="1017"/>
                    </a:cubicBezTo>
                    <a:cubicBezTo>
                      <a:pt x="303" y="623"/>
                      <a:pt x="623" y="303"/>
                      <a:pt x="1017" y="303"/>
                    </a:cubicBezTo>
                    <a:close/>
                    <a:moveTo>
                      <a:pt x="1017" y="0"/>
                    </a:moveTo>
                    <a:cubicBezTo>
                      <a:pt x="457" y="0"/>
                      <a:pt x="0" y="456"/>
                      <a:pt x="0" y="1017"/>
                    </a:cubicBezTo>
                    <a:cubicBezTo>
                      <a:pt x="0" y="1578"/>
                      <a:pt x="457" y="2033"/>
                      <a:pt x="1017" y="2033"/>
                    </a:cubicBezTo>
                    <a:cubicBezTo>
                      <a:pt x="1577" y="2033"/>
                      <a:pt x="2033" y="1577"/>
                      <a:pt x="2033" y="1017"/>
                    </a:cubicBezTo>
                    <a:cubicBezTo>
                      <a:pt x="2033" y="457"/>
                      <a:pt x="1577" y="0"/>
                      <a:pt x="10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49"/>
              <p:cNvSpPr/>
              <p:nvPr/>
            </p:nvSpPr>
            <p:spPr>
              <a:xfrm>
                <a:off x="4985075" y="1764025"/>
                <a:ext cx="43275" cy="43300"/>
              </a:xfrm>
              <a:custGeom>
                <a:rect b="b" l="l" r="r" t="t"/>
                <a:pathLst>
                  <a:path extrusionOk="0" h="1732" w="1731">
                    <a:moveTo>
                      <a:pt x="866" y="1"/>
                    </a:moveTo>
                    <a:cubicBezTo>
                      <a:pt x="387" y="1"/>
                      <a:pt x="0" y="388"/>
                      <a:pt x="0" y="866"/>
                    </a:cubicBezTo>
                    <a:cubicBezTo>
                      <a:pt x="0" y="1344"/>
                      <a:pt x="387" y="1731"/>
                      <a:pt x="866" y="1731"/>
                    </a:cubicBezTo>
                    <a:cubicBezTo>
                      <a:pt x="1344" y="1731"/>
                      <a:pt x="1731" y="1344"/>
                      <a:pt x="1731" y="866"/>
                    </a:cubicBezTo>
                    <a:cubicBezTo>
                      <a:pt x="1731" y="388"/>
                      <a:pt x="1343" y="1"/>
                      <a:pt x="8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49"/>
              <p:cNvSpPr/>
              <p:nvPr/>
            </p:nvSpPr>
            <p:spPr>
              <a:xfrm>
                <a:off x="5069400" y="1764025"/>
                <a:ext cx="43325" cy="43300"/>
              </a:xfrm>
              <a:custGeom>
                <a:rect b="b" l="l" r="r" t="t"/>
                <a:pathLst>
                  <a:path extrusionOk="0" h="1732" w="1733">
                    <a:moveTo>
                      <a:pt x="867" y="1"/>
                    </a:moveTo>
                    <a:cubicBezTo>
                      <a:pt x="389" y="1"/>
                      <a:pt x="1" y="388"/>
                      <a:pt x="1" y="866"/>
                    </a:cubicBezTo>
                    <a:cubicBezTo>
                      <a:pt x="1" y="1344"/>
                      <a:pt x="389" y="1731"/>
                      <a:pt x="867" y="1731"/>
                    </a:cubicBezTo>
                    <a:cubicBezTo>
                      <a:pt x="1345" y="1731"/>
                      <a:pt x="1732" y="1344"/>
                      <a:pt x="1732" y="866"/>
                    </a:cubicBezTo>
                    <a:cubicBezTo>
                      <a:pt x="1732" y="388"/>
                      <a:pt x="1345" y="1"/>
                      <a:pt x="8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8" name="Google Shape;238;p49"/>
            <p:cNvGrpSpPr/>
            <p:nvPr/>
          </p:nvGrpSpPr>
          <p:grpSpPr>
            <a:xfrm rot="-5400000">
              <a:off x="-923193" y="3790872"/>
              <a:ext cx="2583970" cy="450606"/>
              <a:chOff x="4249200" y="1851850"/>
              <a:chExt cx="2083175" cy="363275"/>
            </a:xfrm>
          </p:grpSpPr>
          <p:sp>
            <p:nvSpPr>
              <p:cNvPr id="239" name="Google Shape;239;p49"/>
              <p:cNvSpPr/>
              <p:nvPr/>
            </p:nvSpPr>
            <p:spPr>
              <a:xfrm>
                <a:off x="4308925" y="2086325"/>
                <a:ext cx="1707600" cy="128800"/>
              </a:xfrm>
              <a:custGeom>
                <a:rect b="b" l="l" r="r" t="t"/>
                <a:pathLst>
                  <a:path extrusionOk="0" h="5152" w="68304">
                    <a:moveTo>
                      <a:pt x="32499" y="1"/>
                    </a:moveTo>
                    <a:lnTo>
                      <a:pt x="27650" y="4851"/>
                    </a:lnTo>
                    <a:lnTo>
                      <a:pt x="0" y="4851"/>
                    </a:lnTo>
                    <a:lnTo>
                      <a:pt x="0" y="5152"/>
                    </a:lnTo>
                    <a:lnTo>
                      <a:pt x="27775" y="5152"/>
                    </a:lnTo>
                    <a:lnTo>
                      <a:pt x="32624" y="302"/>
                    </a:lnTo>
                    <a:lnTo>
                      <a:pt x="68303" y="302"/>
                    </a:lnTo>
                    <a:lnTo>
                      <a:pt x="683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49"/>
              <p:cNvSpPr/>
              <p:nvPr/>
            </p:nvSpPr>
            <p:spPr>
              <a:xfrm>
                <a:off x="4249200" y="1888950"/>
                <a:ext cx="1901425" cy="255925"/>
              </a:xfrm>
              <a:custGeom>
                <a:rect b="b" l="l" r="r" t="t"/>
                <a:pathLst>
                  <a:path extrusionOk="0" h="10237" w="76057">
                    <a:moveTo>
                      <a:pt x="56808" y="0"/>
                    </a:moveTo>
                    <a:lnTo>
                      <a:pt x="46873" y="9935"/>
                    </a:lnTo>
                    <a:lnTo>
                      <a:pt x="27055" y="9935"/>
                    </a:lnTo>
                    <a:lnTo>
                      <a:pt x="22244" y="5124"/>
                    </a:lnTo>
                    <a:lnTo>
                      <a:pt x="1" y="5124"/>
                    </a:lnTo>
                    <a:lnTo>
                      <a:pt x="1" y="5425"/>
                    </a:lnTo>
                    <a:lnTo>
                      <a:pt x="22119" y="5425"/>
                    </a:lnTo>
                    <a:lnTo>
                      <a:pt x="26930" y="10237"/>
                    </a:lnTo>
                    <a:lnTo>
                      <a:pt x="46998" y="10237"/>
                    </a:lnTo>
                    <a:lnTo>
                      <a:pt x="56933" y="301"/>
                    </a:lnTo>
                    <a:lnTo>
                      <a:pt x="76056" y="301"/>
                    </a:lnTo>
                    <a:lnTo>
                      <a:pt x="7605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49"/>
              <p:cNvSpPr/>
              <p:nvPr/>
            </p:nvSpPr>
            <p:spPr>
              <a:xfrm>
                <a:off x="5884550" y="1851850"/>
                <a:ext cx="70825" cy="81775"/>
              </a:xfrm>
              <a:custGeom>
                <a:rect b="b" l="l" r="r" t="t"/>
                <a:pathLst>
                  <a:path extrusionOk="0" h="3271" w="2833">
                    <a:moveTo>
                      <a:pt x="0" y="0"/>
                    </a:moveTo>
                    <a:lnTo>
                      <a:pt x="0" y="3270"/>
                    </a:lnTo>
                    <a:lnTo>
                      <a:pt x="2832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49"/>
              <p:cNvSpPr/>
              <p:nvPr/>
            </p:nvSpPr>
            <p:spPr>
              <a:xfrm>
                <a:off x="5978825" y="1851850"/>
                <a:ext cx="70775" cy="81775"/>
              </a:xfrm>
              <a:custGeom>
                <a:rect b="b" l="l" r="r" t="t"/>
                <a:pathLst>
                  <a:path extrusionOk="0" h="3271" w="2831">
                    <a:moveTo>
                      <a:pt x="0" y="0"/>
                    </a:moveTo>
                    <a:lnTo>
                      <a:pt x="0" y="3270"/>
                    </a:lnTo>
                    <a:lnTo>
                      <a:pt x="2830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49"/>
              <p:cNvSpPr/>
              <p:nvPr/>
            </p:nvSpPr>
            <p:spPr>
              <a:xfrm>
                <a:off x="6073075" y="1851850"/>
                <a:ext cx="70800" cy="81775"/>
              </a:xfrm>
              <a:custGeom>
                <a:rect b="b" l="l" r="r" t="t"/>
                <a:pathLst>
                  <a:path extrusionOk="0" h="3271" w="2832">
                    <a:moveTo>
                      <a:pt x="1" y="0"/>
                    </a:moveTo>
                    <a:lnTo>
                      <a:pt x="1" y="3270"/>
                    </a:lnTo>
                    <a:lnTo>
                      <a:pt x="2832" y="16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49"/>
              <p:cNvSpPr/>
              <p:nvPr/>
            </p:nvSpPr>
            <p:spPr>
              <a:xfrm>
                <a:off x="6167325" y="1851850"/>
                <a:ext cx="70825" cy="81775"/>
              </a:xfrm>
              <a:custGeom>
                <a:rect b="b" l="l" r="r" t="t"/>
                <a:pathLst>
                  <a:path extrusionOk="0" h="3271" w="2833">
                    <a:moveTo>
                      <a:pt x="1" y="0"/>
                    </a:moveTo>
                    <a:lnTo>
                      <a:pt x="1" y="3270"/>
                    </a:lnTo>
                    <a:lnTo>
                      <a:pt x="2833" y="16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49"/>
              <p:cNvSpPr/>
              <p:nvPr/>
            </p:nvSpPr>
            <p:spPr>
              <a:xfrm>
                <a:off x="6261625" y="1851850"/>
                <a:ext cx="70750" cy="81775"/>
              </a:xfrm>
              <a:custGeom>
                <a:rect b="b" l="l" r="r" t="t"/>
                <a:pathLst>
                  <a:path extrusionOk="0" h="3271" w="2830">
                    <a:moveTo>
                      <a:pt x="0" y="0"/>
                    </a:moveTo>
                    <a:lnTo>
                      <a:pt x="0" y="3270"/>
                    </a:lnTo>
                    <a:lnTo>
                      <a:pt x="2830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6" name="Google Shape;246;p49"/>
            <p:cNvSpPr/>
            <p:nvPr/>
          </p:nvSpPr>
          <p:spPr>
            <a:xfrm>
              <a:off x="397325" y="3079850"/>
              <a:ext cx="84325" cy="84350"/>
            </a:xfrm>
            <a:custGeom>
              <a:rect b="b" l="l" r="r" t="t"/>
              <a:pathLst>
                <a:path extrusionOk="0" h="3374" w="3373">
                  <a:moveTo>
                    <a:pt x="1686" y="1"/>
                  </a:moveTo>
                  <a:cubicBezTo>
                    <a:pt x="756" y="1"/>
                    <a:pt x="0" y="755"/>
                    <a:pt x="0" y="1687"/>
                  </a:cubicBezTo>
                  <a:cubicBezTo>
                    <a:pt x="0" y="2619"/>
                    <a:pt x="756" y="3373"/>
                    <a:pt x="1686" y="3373"/>
                  </a:cubicBezTo>
                  <a:cubicBezTo>
                    <a:pt x="2618" y="3373"/>
                    <a:pt x="3372" y="2619"/>
                    <a:pt x="3372" y="1687"/>
                  </a:cubicBezTo>
                  <a:cubicBezTo>
                    <a:pt x="3372" y="755"/>
                    <a:pt x="2618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50"/>
          <p:cNvPicPr preferRelativeResize="0"/>
          <p:nvPr/>
        </p:nvPicPr>
        <p:blipFill rotWithShape="1">
          <a:blip r:embed="rId2">
            <a:alphaModFix amt="49000"/>
          </a:blip>
          <a:srcRect b="0" l="0" r="0" t="0"/>
          <a:stretch/>
        </p:blipFill>
        <p:spPr>
          <a:xfrm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0" name="Google Shape;250;p50"/>
          <p:cNvSpPr txBox="1"/>
          <p:nvPr>
            <p:ph idx="1" type="subTitle"/>
          </p:nvPr>
        </p:nvSpPr>
        <p:spPr>
          <a:xfrm>
            <a:off x="1325963" y="1672700"/>
            <a:ext cx="27702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1" name="Google Shape;251;p50"/>
          <p:cNvSpPr txBox="1"/>
          <p:nvPr>
            <p:ph idx="2" type="subTitle"/>
          </p:nvPr>
        </p:nvSpPr>
        <p:spPr>
          <a:xfrm>
            <a:off x="5047835" y="1672700"/>
            <a:ext cx="27702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2" name="Google Shape;252;p50"/>
          <p:cNvSpPr txBox="1"/>
          <p:nvPr>
            <p:ph idx="3" type="subTitle"/>
          </p:nvPr>
        </p:nvSpPr>
        <p:spPr>
          <a:xfrm>
            <a:off x="1325963" y="3333275"/>
            <a:ext cx="27702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50"/>
          <p:cNvSpPr txBox="1"/>
          <p:nvPr>
            <p:ph idx="4" type="subTitle"/>
          </p:nvPr>
        </p:nvSpPr>
        <p:spPr>
          <a:xfrm>
            <a:off x="5047834" y="3333275"/>
            <a:ext cx="27702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4" name="Google Shape;254;p50"/>
          <p:cNvSpPr txBox="1"/>
          <p:nvPr>
            <p:ph idx="5" type="subTitle"/>
          </p:nvPr>
        </p:nvSpPr>
        <p:spPr>
          <a:xfrm>
            <a:off x="1325963" y="1379350"/>
            <a:ext cx="2770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5" name="Google Shape;255;p50"/>
          <p:cNvSpPr txBox="1"/>
          <p:nvPr>
            <p:ph idx="6" type="subTitle"/>
          </p:nvPr>
        </p:nvSpPr>
        <p:spPr>
          <a:xfrm>
            <a:off x="1325963" y="3040000"/>
            <a:ext cx="2770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6" name="Google Shape;256;p50"/>
          <p:cNvSpPr txBox="1"/>
          <p:nvPr>
            <p:ph idx="7" type="subTitle"/>
          </p:nvPr>
        </p:nvSpPr>
        <p:spPr>
          <a:xfrm>
            <a:off x="5047809" y="1379350"/>
            <a:ext cx="2770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7" name="Google Shape;257;p50"/>
          <p:cNvSpPr txBox="1"/>
          <p:nvPr>
            <p:ph idx="8" type="subTitle"/>
          </p:nvPr>
        </p:nvSpPr>
        <p:spPr>
          <a:xfrm>
            <a:off x="5047809" y="3040000"/>
            <a:ext cx="2770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58" name="Google Shape;258;p50"/>
          <p:cNvGrpSpPr/>
          <p:nvPr/>
        </p:nvGrpSpPr>
        <p:grpSpPr>
          <a:xfrm>
            <a:off x="-705407" y="95075"/>
            <a:ext cx="9742732" cy="4946500"/>
            <a:chOff x="-705407" y="95075"/>
            <a:chExt cx="9742732" cy="4946500"/>
          </a:xfrm>
        </p:grpSpPr>
        <p:grpSp>
          <p:nvGrpSpPr>
            <p:cNvPr id="259" name="Google Shape;259;p50"/>
            <p:cNvGrpSpPr/>
            <p:nvPr/>
          </p:nvGrpSpPr>
          <p:grpSpPr>
            <a:xfrm>
              <a:off x="-705407" y="95075"/>
              <a:ext cx="2837246" cy="444419"/>
              <a:chOff x="4355200" y="2754425"/>
              <a:chExt cx="1977175" cy="309700"/>
            </a:xfrm>
          </p:grpSpPr>
          <p:sp>
            <p:nvSpPr>
              <p:cNvPr id="260" name="Google Shape;260;p50"/>
              <p:cNvSpPr/>
              <p:nvPr/>
            </p:nvSpPr>
            <p:spPr>
              <a:xfrm>
                <a:off x="4355200" y="2762025"/>
                <a:ext cx="1907825" cy="302100"/>
              </a:xfrm>
              <a:custGeom>
                <a:rect b="b" l="l" r="r" t="t"/>
                <a:pathLst>
                  <a:path extrusionOk="0" h="12084" w="76313">
                    <a:moveTo>
                      <a:pt x="41822" y="0"/>
                    </a:moveTo>
                    <a:lnTo>
                      <a:pt x="37181" y="4639"/>
                    </a:lnTo>
                    <a:lnTo>
                      <a:pt x="1" y="4639"/>
                    </a:lnTo>
                    <a:lnTo>
                      <a:pt x="1" y="5243"/>
                    </a:lnTo>
                    <a:lnTo>
                      <a:pt x="37431" y="5243"/>
                    </a:lnTo>
                    <a:lnTo>
                      <a:pt x="42072" y="603"/>
                    </a:lnTo>
                    <a:lnTo>
                      <a:pt x="52129" y="603"/>
                    </a:lnTo>
                    <a:lnTo>
                      <a:pt x="63610" y="12084"/>
                    </a:lnTo>
                    <a:lnTo>
                      <a:pt x="76313" y="12084"/>
                    </a:lnTo>
                    <a:lnTo>
                      <a:pt x="76313" y="11481"/>
                    </a:lnTo>
                    <a:lnTo>
                      <a:pt x="63860" y="11481"/>
                    </a:lnTo>
                    <a:lnTo>
                      <a:pt x="523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50"/>
              <p:cNvSpPr/>
              <p:nvPr/>
            </p:nvSpPr>
            <p:spPr>
              <a:xfrm>
                <a:off x="4538575" y="2873150"/>
                <a:ext cx="1793800" cy="116350"/>
              </a:xfrm>
              <a:custGeom>
                <a:rect b="b" l="l" r="r" t="t"/>
                <a:pathLst>
                  <a:path extrusionOk="0" h="4654" w="71752">
                    <a:moveTo>
                      <a:pt x="64934" y="1"/>
                    </a:moveTo>
                    <a:lnTo>
                      <a:pt x="60584" y="4351"/>
                    </a:lnTo>
                    <a:lnTo>
                      <a:pt x="1" y="4351"/>
                    </a:lnTo>
                    <a:lnTo>
                      <a:pt x="1" y="4654"/>
                    </a:lnTo>
                    <a:lnTo>
                      <a:pt x="60709" y="4654"/>
                    </a:lnTo>
                    <a:lnTo>
                      <a:pt x="65059" y="301"/>
                    </a:lnTo>
                    <a:lnTo>
                      <a:pt x="71752" y="301"/>
                    </a:lnTo>
                    <a:lnTo>
                      <a:pt x="717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50"/>
              <p:cNvSpPr/>
              <p:nvPr/>
            </p:nvSpPr>
            <p:spPr>
              <a:xfrm>
                <a:off x="5417000" y="2895175"/>
                <a:ext cx="31000" cy="35825"/>
              </a:xfrm>
              <a:custGeom>
                <a:rect b="b" l="l" r="r" t="t"/>
                <a:pathLst>
                  <a:path extrusionOk="0" h="1433" w="1240">
                    <a:moveTo>
                      <a:pt x="0" y="0"/>
                    </a:moveTo>
                    <a:lnTo>
                      <a:pt x="0" y="1432"/>
                    </a:lnTo>
                    <a:lnTo>
                      <a:pt x="1239" y="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50"/>
              <p:cNvSpPr/>
              <p:nvPr/>
            </p:nvSpPr>
            <p:spPr>
              <a:xfrm>
                <a:off x="5458275" y="2895175"/>
                <a:ext cx="31000" cy="35825"/>
              </a:xfrm>
              <a:custGeom>
                <a:rect b="b" l="l" r="r" t="t"/>
                <a:pathLst>
                  <a:path extrusionOk="0" h="1433" w="1240">
                    <a:moveTo>
                      <a:pt x="0" y="0"/>
                    </a:moveTo>
                    <a:lnTo>
                      <a:pt x="0" y="1432"/>
                    </a:lnTo>
                    <a:lnTo>
                      <a:pt x="1240" y="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50"/>
              <p:cNvSpPr/>
              <p:nvPr/>
            </p:nvSpPr>
            <p:spPr>
              <a:xfrm>
                <a:off x="5499550" y="2895175"/>
                <a:ext cx="31050" cy="35825"/>
              </a:xfrm>
              <a:custGeom>
                <a:rect b="b" l="l" r="r" t="t"/>
                <a:pathLst>
                  <a:path extrusionOk="0" h="1433" w="1242">
                    <a:moveTo>
                      <a:pt x="1" y="0"/>
                    </a:moveTo>
                    <a:lnTo>
                      <a:pt x="1" y="1432"/>
                    </a:lnTo>
                    <a:lnTo>
                      <a:pt x="1241" y="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50"/>
              <p:cNvSpPr/>
              <p:nvPr/>
            </p:nvSpPr>
            <p:spPr>
              <a:xfrm>
                <a:off x="5540850" y="2895175"/>
                <a:ext cx="31025" cy="35825"/>
              </a:xfrm>
              <a:custGeom>
                <a:rect b="b" l="l" r="r" t="t"/>
                <a:pathLst>
                  <a:path extrusionOk="0" h="1433" w="1241">
                    <a:moveTo>
                      <a:pt x="0" y="0"/>
                    </a:moveTo>
                    <a:lnTo>
                      <a:pt x="0" y="1432"/>
                    </a:lnTo>
                    <a:lnTo>
                      <a:pt x="1241" y="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50"/>
              <p:cNvSpPr/>
              <p:nvPr/>
            </p:nvSpPr>
            <p:spPr>
              <a:xfrm>
                <a:off x="5582150" y="2895175"/>
                <a:ext cx="31000" cy="35825"/>
              </a:xfrm>
              <a:custGeom>
                <a:rect b="b" l="l" r="r" t="t"/>
                <a:pathLst>
                  <a:path extrusionOk="0" h="1433" w="1240">
                    <a:moveTo>
                      <a:pt x="1" y="0"/>
                    </a:moveTo>
                    <a:lnTo>
                      <a:pt x="1" y="1432"/>
                    </a:lnTo>
                    <a:lnTo>
                      <a:pt x="1240" y="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50"/>
              <p:cNvSpPr/>
              <p:nvPr/>
            </p:nvSpPr>
            <p:spPr>
              <a:xfrm>
                <a:off x="4983750" y="2754425"/>
                <a:ext cx="91900" cy="91875"/>
              </a:xfrm>
              <a:custGeom>
                <a:rect b="b" l="l" r="r" t="t"/>
                <a:pathLst>
                  <a:path extrusionOk="0" h="3675" w="3676">
                    <a:moveTo>
                      <a:pt x="1838" y="303"/>
                    </a:moveTo>
                    <a:cubicBezTo>
                      <a:pt x="2685" y="303"/>
                      <a:pt x="3374" y="990"/>
                      <a:pt x="3374" y="1838"/>
                    </a:cubicBezTo>
                    <a:cubicBezTo>
                      <a:pt x="3374" y="2685"/>
                      <a:pt x="2685" y="3375"/>
                      <a:pt x="1838" y="3375"/>
                    </a:cubicBezTo>
                    <a:cubicBezTo>
                      <a:pt x="992" y="3375"/>
                      <a:pt x="303" y="2685"/>
                      <a:pt x="303" y="1838"/>
                    </a:cubicBezTo>
                    <a:cubicBezTo>
                      <a:pt x="303" y="991"/>
                      <a:pt x="992" y="303"/>
                      <a:pt x="1838" y="303"/>
                    </a:cubicBezTo>
                    <a:close/>
                    <a:moveTo>
                      <a:pt x="1838" y="0"/>
                    </a:moveTo>
                    <a:cubicBezTo>
                      <a:pt x="825" y="0"/>
                      <a:pt x="1" y="825"/>
                      <a:pt x="1" y="1837"/>
                    </a:cubicBezTo>
                    <a:cubicBezTo>
                      <a:pt x="1" y="2851"/>
                      <a:pt x="826" y="3675"/>
                      <a:pt x="1838" y="3675"/>
                    </a:cubicBezTo>
                    <a:cubicBezTo>
                      <a:pt x="2853" y="3675"/>
                      <a:pt x="3675" y="2851"/>
                      <a:pt x="3675" y="1837"/>
                    </a:cubicBezTo>
                    <a:cubicBezTo>
                      <a:pt x="3675" y="823"/>
                      <a:pt x="2851" y="0"/>
                      <a:pt x="18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50"/>
              <p:cNvSpPr/>
              <p:nvPr/>
            </p:nvSpPr>
            <p:spPr>
              <a:xfrm>
                <a:off x="5118950" y="2774950"/>
                <a:ext cx="50850" cy="50850"/>
              </a:xfrm>
              <a:custGeom>
                <a:rect b="b" l="l" r="r" t="t"/>
                <a:pathLst>
                  <a:path extrusionOk="0" h="2034" w="2034">
                    <a:moveTo>
                      <a:pt x="1017" y="301"/>
                    </a:moveTo>
                    <a:cubicBezTo>
                      <a:pt x="1412" y="301"/>
                      <a:pt x="1732" y="622"/>
                      <a:pt x="1732" y="1016"/>
                    </a:cubicBezTo>
                    <a:cubicBezTo>
                      <a:pt x="1732" y="1410"/>
                      <a:pt x="1412" y="1731"/>
                      <a:pt x="1017" y="1731"/>
                    </a:cubicBezTo>
                    <a:cubicBezTo>
                      <a:pt x="623" y="1731"/>
                      <a:pt x="303" y="1410"/>
                      <a:pt x="303" y="1016"/>
                    </a:cubicBezTo>
                    <a:cubicBezTo>
                      <a:pt x="303" y="622"/>
                      <a:pt x="623" y="301"/>
                      <a:pt x="1017" y="301"/>
                    </a:cubicBezTo>
                    <a:close/>
                    <a:moveTo>
                      <a:pt x="1017" y="1"/>
                    </a:moveTo>
                    <a:cubicBezTo>
                      <a:pt x="457" y="1"/>
                      <a:pt x="0" y="457"/>
                      <a:pt x="0" y="1017"/>
                    </a:cubicBezTo>
                    <a:cubicBezTo>
                      <a:pt x="0" y="1577"/>
                      <a:pt x="457" y="2034"/>
                      <a:pt x="1017" y="2034"/>
                    </a:cubicBezTo>
                    <a:cubicBezTo>
                      <a:pt x="1577" y="2034"/>
                      <a:pt x="2033" y="1577"/>
                      <a:pt x="2033" y="1017"/>
                    </a:cubicBezTo>
                    <a:cubicBezTo>
                      <a:pt x="2033" y="456"/>
                      <a:pt x="1577" y="1"/>
                      <a:pt x="1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9" name="Google Shape;269;p50"/>
            <p:cNvGrpSpPr/>
            <p:nvPr/>
          </p:nvGrpSpPr>
          <p:grpSpPr>
            <a:xfrm flipH="1">
              <a:off x="7415125" y="4604000"/>
              <a:ext cx="1622200" cy="437575"/>
              <a:chOff x="3109550" y="3432375"/>
              <a:chExt cx="1622200" cy="437575"/>
            </a:xfrm>
          </p:grpSpPr>
          <p:sp>
            <p:nvSpPr>
              <p:cNvPr id="270" name="Google Shape;270;p50"/>
              <p:cNvSpPr/>
              <p:nvPr/>
            </p:nvSpPr>
            <p:spPr>
              <a:xfrm>
                <a:off x="3980725" y="3817350"/>
                <a:ext cx="727150" cy="7350"/>
              </a:xfrm>
              <a:custGeom>
                <a:rect b="b" l="l" r="r" t="t"/>
                <a:pathLst>
                  <a:path extrusionOk="0" h="294" w="29086">
                    <a:moveTo>
                      <a:pt x="148" y="0"/>
                    </a:moveTo>
                    <a:cubicBezTo>
                      <a:pt x="66" y="0"/>
                      <a:pt x="1" y="65"/>
                      <a:pt x="1" y="147"/>
                    </a:cubicBezTo>
                    <a:cubicBezTo>
                      <a:pt x="1" y="228"/>
                      <a:pt x="66" y="294"/>
                      <a:pt x="148" y="294"/>
                    </a:cubicBezTo>
                    <a:lnTo>
                      <a:pt x="28937" y="294"/>
                    </a:lnTo>
                    <a:cubicBezTo>
                      <a:pt x="29019" y="294"/>
                      <a:pt x="29084" y="226"/>
                      <a:pt x="29085" y="147"/>
                    </a:cubicBezTo>
                    <a:cubicBezTo>
                      <a:pt x="29085" y="65"/>
                      <a:pt x="29020" y="0"/>
                      <a:pt x="289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50"/>
              <p:cNvSpPr/>
              <p:nvPr/>
            </p:nvSpPr>
            <p:spPr>
              <a:xfrm>
                <a:off x="4676550" y="3793425"/>
                <a:ext cx="55200" cy="55200"/>
              </a:xfrm>
              <a:custGeom>
                <a:rect b="b" l="l" r="r" t="t"/>
                <a:pathLst>
                  <a:path extrusionOk="0" h="2208" w="2208">
                    <a:moveTo>
                      <a:pt x="1104" y="0"/>
                    </a:moveTo>
                    <a:cubicBezTo>
                      <a:pt x="495" y="0"/>
                      <a:pt x="1" y="494"/>
                      <a:pt x="1" y="1104"/>
                    </a:cubicBezTo>
                    <a:cubicBezTo>
                      <a:pt x="1" y="1713"/>
                      <a:pt x="495" y="2207"/>
                      <a:pt x="1104" y="2207"/>
                    </a:cubicBezTo>
                    <a:cubicBezTo>
                      <a:pt x="1713" y="2207"/>
                      <a:pt x="2208" y="1713"/>
                      <a:pt x="2208" y="1104"/>
                    </a:cubicBezTo>
                    <a:cubicBezTo>
                      <a:pt x="2208" y="494"/>
                      <a:pt x="1713" y="0"/>
                      <a:pt x="11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50"/>
              <p:cNvSpPr/>
              <p:nvPr/>
            </p:nvSpPr>
            <p:spPr>
              <a:xfrm>
                <a:off x="3154450" y="3477650"/>
                <a:ext cx="347750" cy="347050"/>
              </a:xfrm>
              <a:custGeom>
                <a:rect b="b" l="l" r="r" t="t"/>
                <a:pathLst>
                  <a:path extrusionOk="0" h="13882" w="13910">
                    <a:moveTo>
                      <a:pt x="162" y="0"/>
                    </a:moveTo>
                    <a:cubicBezTo>
                      <a:pt x="124" y="0"/>
                      <a:pt x="86" y="15"/>
                      <a:pt x="57" y="43"/>
                    </a:cubicBezTo>
                    <a:cubicBezTo>
                      <a:pt x="1" y="100"/>
                      <a:pt x="1" y="193"/>
                      <a:pt x="57" y="251"/>
                    </a:cubicBezTo>
                    <a:lnTo>
                      <a:pt x="13645" y="13838"/>
                    </a:lnTo>
                    <a:cubicBezTo>
                      <a:pt x="13674" y="13866"/>
                      <a:pt x="13711" y="13882"/>
                      <a:pt x="13749" y="13882"/>
                    </a:cubicBezTo>
                    <a:cubicBezTo>
                      <a:pt x="13787" y="13882"/>
                      <a:pt x="13824" y="13866"/>
                      <a:pt x="13852" y="13838"/>
                    </a:cubicBezTo>
                    <a:cubicBezTo>
                      <a:pt x="13910" y="13781"/>
                      <a:pt x="13910" y="13687"/>
                      <a:pt x="13852" y="13629"/>
                    </a:cubicBezTo>
                    <a:lnTo>
                      <a:pt x="266" y="43"/>
                    </a:lnTo>
                    <a:cubicBezTo>
                      <a:pt x="237" y="15"/>
                      <a:pt x="199" y="0"/>
                      <a:pt x="1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50"/>
              <p:cNvSpPr/>
              <p:nvPr/>
            </p:nvSpPr>
            <p:spPr>
              <a:xfrm>
                <a:off x="3483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3" y="1176"/>
                      <a:pt x="588" y="1176"/>
                    </a:cubicBezTo>
                    <a:lnTo>
                      <a:pt x="1957" y="1176"/>
                    </a:lnTo>
                    <a:cubicBezTo>
                      <a:pt x="2283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50"/>
              <p:cNvSpPr/>
              <p:nvPr/>
            </p:nvSpPr>
            <p:spPr>
              <a:xfrm>
                <a:off x="3605675" y="3806300"/>
                <a:ext cx="271225" cy="29400"/>
              </a:xfrm>
              <a:custGeom>
                <a:rect b="b" l="l" r="r" t="t"/>
                <a:pathLst>
                  <a:path extrusionOk="0" h="1176" w="10849">
                    <a:moveTo>
                      <a:pt x="587" y="1"/>
                    </a:moveTo>
                    <a:cubicBezTo>
                      <a:pt x="264" y="1"/>
                      <a:pt x="0" y="264"/>
                      <a:pt x="0" y="589"/>
                    </a:cubicBezTo>
                    <a:cubicBezTo>
                      <a:pt x="0" y="913"/>
                      <a:pt x="264" y="1176"/>
                      <a:pt x="587" y="1176"/>
                    </a:cubicBezTo>
                    <a:lnTo>
                      <a:pt x="3666" y="1176"/>
                    </a:lnTo>
                    <a:cubicBezTo>
                      <a:pt x="3990" y="1176"/>
                      <a:pt x="4253" y="913"/>
                      <a:pt x="4253" y="589"/>
                    </a:cubicBezTo>
                    <a:cubicBezTo>
                      <a:pt x="4253" y="264"/>
                      <a:pt x="3990" y="1"/>
                      <a:pt x="3666" y="1"/>
                    </a:cubicBezTo>
                    <a:close/>
                    <a:moveTo>
                      <a:pt x="7184" y="1"/>
                    </a:moveTo>
                    <a:cubicBezTo>
                      <a:pt x="6859" y="1"/>
                      <a:pt x="6597" y="264"/>
                      <a:pt x="6597" y="589"/>
                    </a:cubicBezTo>
                    <a:cubicBezTo>
                      <a:pt x="6597" y="913"/>
                      <a:pt x="6859" y="1176"/>
                      <a:pt x="7184" y="1176"/>
                    </a:cubicBezTo>
                    <a:lnTo>
                      <a:pt x="10262" y="1176"/>
                    </a:lnTo>
                    <a:cubicBezTo>
                      <a:pt x="10587" y="1176"/>
                      <a:pt x="10849" y="913"/>
                      <a:pt x="10849" y="589"/>
                    </a:cubicBezTo>
                    <a:cubicBezTo>
                      <a:pt x="10849" y="264"/>
                      <a:pt x="10587" y="1"/>
                      <a:pt x="102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50"/>
              <p:cNvSpPr/>
              <p:nvPr/>
            </p:nvSpPr>
            <p:spPr>
              <a:xfrm>
                <a:off x="3935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4" y="1176"/>
                      <a:pt x="588" y="1176"/>
                    </a:cubicBezTo>
                    <a:lnTo>
                      <a:pt x="1958" y="1176"/>
                    </a:lnTo>
                    <a:cubicBezTo>
                      <a:pt x="2282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50"/>
              <p:cNvSpPr/>
              <p:nvPr/>
            </p:nvSpPr>
            <p:spPr>
              <a:xfrm>
                <a:off x="3109550" y="34323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8" y="1"/>
                    </a:moveTo>
                    <a:cubicBezTo>
                      <a:pt x="877" y="1"/>
                      <a:pt x="1" y="877"/>
                      <a:pt x="1" y="1958"/>
                    </a:cubicBezTo>
                    <a:cubicBezTo>
                      <a:pt x="1" y="3038"/>
                      <a:pt x="877" y="3915"/>
                      <a:pt x="1958" y="3915"/>
                    </a:cubicBezTo>
                    <a:cubicBezTo>
                      <a:pt x="3039" y="3915"/>
                      <a:pt x="3914" y="3038"/>
                      <a:pt x="3914" y="1958"/>
                    </a:cubicBezTo>
                    <a:cubicBezTo>
                      <a:pt x="3914" y="877"/>
                      <a:pt x="3039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50"/>
              <p:cNvSpPr/>
              <p:nvPr/>
            </p:nvSpPr>
            <p:spPr>
              <a:xfrm>
                <a:off x="4183025" y="37720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7" y="1"/>
                    </a:moveTo>
                    <a:cubicBezTo>
                      <a:pt x="877" y="1"/>
                      <a:pt x="1" y="876"/>
                      <a:pt x="1" y="1958"/>
                    </a:cubicBezTo>
                    <a:cubicBezTo>
                      <a:pt x="1" y="3038"/>
                      <a:pt x="877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50"/>
              <p:cNvSpPr/>
              <p:nvPr/>
            </p:nvSpPr>
            <p:spPr>
              <a:xfrm>
                <a:off x="4392475" y="3772075"/>
                <a:ext cx="97850" cy="97875"/>
              </a:xfrm>
              <a:custGeom>
                <a:rect b="b" l="l" r="r" t="t"/>
                <a:pathLst>
                  <a:path extrusionOk="0" h="3915" w="3914">
                    <a:moveTo>
                      <a:pt x="1957" y="1"/>
                    </a:moveTo>
                    <a:cubicBezTo>
                      <a:pt x="876" y="1"/>
                      <a:pt x="0" y="876"/>
                      <a:pt x="0" y="1958"/>
                    </a:cubicBezTo>
                    <a:cubicBezTo>
                      <a:pt x="0" y="3038"/>
                      <a:pt x="876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51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idx="1" type="subTitle"/>
          </p:nvPr>
        </p:nvSpPr>
        <p:spPr>
          <a:xfrm>
            <a:off x="720000" y="1847318"/>
            <a:ext cx="2469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3334906" y="1847300"/>
            <a:ext cx="2469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subTitle"/>
          </p:nvPr>
        </p:nvSpPr>
        <p:spPr>
          <a:xfrm>
            <a:off x="720000" y="3407350"/>
            <a:ext cx="24696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334910" y="3407346"/>
            <a:ext cx="24696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subTitle"/>
          </p:nvPr>
        </p:nvSpPr>
        <p:spPr>
          <a:xfrm>
            <a:off x="5954304" y="1847300"/>
            <a:ext cx="2469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5954312" y="3407346"/>
            <a:ext cx="24696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subTitle"/>
          </p:nvPr>
        </p:nvSpPr>
        <p:spPr>
          <a:xfrm>
            <a:off x="720000" y="1379200"/>
            <a:ext cx="24696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3334906" y="1379200"/>
            <a:ext cx="24696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0" name="Google Shape;290;p51"/>
          <p:cNvSpPr txBox="1"/>
          <p:nvPr>
            <p:ph idx="9" type="subTitle"/>
          </p:nvPr>
        </p:nvSpPr>
        <p:spPr>
          <a:xfrm>
            <a:off x="5954304" y="1379200"/>
            <a:ext cx="24696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720000" y="2936049"/>
            <a:ext cx="24696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2" name="Google Shape;292;p51"/>
          <p:cNvSpPr txBox="1"/>
          <p:nvPr>
            <p:ph idx="14" type="subTitle"/>
          </p:nvPr>
        </p:nvSpPr>
        <p:spPr>
          <a:xfrm>
            <a:off x="3334906" y="2936049"/>
            <a:ext cx="24696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subTitle"/>
          </p:nvPr>
        </p:nvSpPr>
        <p:spPr>
          <a:xfrm>
            <a:off x="5954304" y="2936049"/>
            <a:ext cx="24696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chibsted Grotesk SemiBold"/>
                <a:ea typeface="Schibsted Grotesk SemiBold"/>
                <a:cs typeface="Schibsted Grotesk SemiBold"/>
                <a:sym typeface="Schibsted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94" name="Google Shape;294;p51"/>
          <p:cNvGrpSpPr/>
          <p:nvPr/>
        </p:nvGrpSpPr>
        <p:grpSpPr>
          <a:xfrm>
            <a:off x="43682" y="68227"/>
            <a:ext cx="9393842" cy="5003245"/>
            <a:chOff x="43682" y="68227"/>
            <a:chExt cx="9393842" cy="5003245"/>
          </a:xfrm>
        </p:grpSpPr>
        <p:grpSp>
          <p:nvGrpSpPr>
            <p:cNvPr id="295" name="Google Shape;295;p51"/>
            <p:cNvGrpSpPr/>
            <p:nvPr/>
          </p:nvGrpSpPr>
          <p:grpSpPr>
            <a:xfrm rot="-5400000">
              <a:off x="-1001234" y="3399718"/>
              <a:ext cx="2716671" cy="626838"/>
              <a:chOff x="1492450" y="1911750"/>
              <a:chExt cx="2360475" cy="544650"/>
            </a:xfrm>
          </p:grpSpPr>
          <p:sp>
            <p:nvSpPr>
              <p:cNvPr id="296" name="Google Shape;296;p51"/>
              <p:cNvSpPr/>
              <p:nvPr/>
            </p:nvSpPr>
            <p:spPr>
              <a:xfrm>
                <a:off x="3086750" y="2015325"/>
                <a:ext cx="154050" cy="4100"/>
              </a:xfrm>
              <a:custGeom>
                <a:rect b="b" l="l" r="r" t="t"/>
                <a:pathLst>
                  <a:path extrusionOk="0" h="164" w="6162">
                    <a:moveTo>
                      <a:pt x="82" y="0"/>
                    </a:moveTo>
                    <a:cubicBezTo>
                      <a:pt x="36" y="0"/>
                      <a:pt x="1" y="37"/>
                      <a:pt x="1" y="82"/>
                    </a:cubicBezTo>
                    <a:cubicBezTo>
                      <a:pt x="1" y="126"/>
                      <a:pt x="36" y="163"/>
                      <a:pt x="82" y="163"/>
                    </a:cubicBezTo>
                    <a:lnTo>
                      <a:pt x="6080" y="163"/>
                    </a:lnTo>
                    <a:cubicBezTo>
                      <a:pt x="6127" y="163"/>
                      <a:pt x="6161" y="126"/>
                      <a:pt x="6161" y="82"/>
                    </a:cubicBezTo>
                    <a:cubicBezTo>
                      <a:pt x="6161" y="37"/>
                      <a:pt x="6124" y="0"/>
                      <a:pt x="60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51"/>
              <p:cNvSpPr/>
              <p:nvPr/>
            </p:nvSpPr>
            <p:spPr>
              <a:xfrm>
                <a:off x="32233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8" y="1234"/>
                      <a:pt x="1234" y="957"/>
                      <a:pt x="1234" y="617"/>
                    </a:cubicBezTo>
                    <a:cubicBezTo>
                      <a:pt x="1234" y="277"/>
                      <a:pt x="958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51"/>
              <p:cNvSpPr/>
              <p:nvPr/>
            </p:nvSpPr>
            <p:spPr>
              <a:xfrm>
                <a:off x="26791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29" y="0"/>
                    </a:moveTo>
                    <a:cubicBezTo>
                      <a:pt x="147" y="0"/>
                      <a:pt x="1" y="147"/>
                      <a:pt x="1" y="330"/>
                    </a:cubicBezTo>
                    <a:cubicBezTo>
                      <a:pt x="1" y="511"/>
                      <a:pt x="148" y="658"/>
                      <a:pt x="329" y="658"/>
                    </a:cubicBezTo>
                    <a:lnTo>
                      <a:pt x="1095" y="658"/>
                    </a:lnTo>
                    <a:cubicBezTo>
                      <a:pt x="1277" y="658"/>
                      <a:pt x="1425" y="511"/>
                      <a:pt x="1425" y="330"/>
                    </a:cubicBezTo>
                    <a:cubicBezTo>
                      <a:pt x="1425" y="147"/>
                      <a:pt x="1277" y="0"/>
                      <a:pt x="10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51"/>
              <p:cNvSpPr/>
              <p:nvPr/>
            </p:nvSpPr>
            <p:spPr>
              <a:xfrm>
                <a:off x="2740975" y="2009100"/>
                <a:ext cx="294175" cy="16475"/>
              </a:xfrm>
              <a:custGeom>
                <a:rect b="b" l="l" r="r" t="t"/>
                <a:pathLst>
                  <a:path extrusionOk="0" h="659" w="11767">
                    <a:moveTo>
                      <a:pt x="330" y="0"/>
                    </a:moveTo>
                    <a:cubicBezTo>
                      <a:pt x="148" y="0"/>
                      <a:pt x="1" y="147"/>
                      <a:pt x="1" y="330"/>
                    </a:cubicBezTo>
                    <a:cubicBezTo>
                      <a:pt x="1" y="511"/>
                      <a:pt x="150" y="658"/>
                      <a:pt x="330" y="658"/>
                    </a:cubicBezTo>
                    <a:lnTo>
                      <a:pt x="1825" y="658"/>
                    </a:lnTo>
                    <a:cubicBezTo>
                      <a:pt x="2006" y="658"/>
                      <a:pt x="2154" y="511"/>
                      <a:pt x="2154" y="330"/>
                    </a:cubicBezTo>
                    <a:cubicBezTo>
                      <a:pt x="2154" y="147"/>
                      <a:pt x="2006" y="0"/>
                      <a:pt x="1825" y="0"/>
                    </a:cubicBezTo>
                    <a:close/>
                    <a:moveTo>
                      <a:pt x="3534" y="0"/>
                    </a:moveTo>
                    <a:cubicBezTo>
                      <a:pt x="3353" y="0"/>
                      <a:pt x="3206" y="147"/>
                      <a:pt x="3206" y="330"/>
                    </a:cubicBezTo>
                    <a:cubicBezTo>
                      <a:pt x="3206" y="511"/>
                      <a:pt x="3354" y="658"/>
                      <a:pt x="3534" y="658"/>
                    </a:cubicBezTo>
                    <a:lnTo>
                      <a:pt x="5029" y="658"/>
                    </a:lnTo>
                    <a:cubicBezTo>
                      <a:pt x="5211" y="658"/>
                      <a:pt x="5358" y="511"/>
                      <a:pt x="5358" y="330"/>
                    </a:cubicBezTo>
                    <a:cubicBezTo>
                      <a:pt x="5358" y="147"/>
                      <a:pt x="5211" y="0"/>
                      <a:pt x="5029" y="0"/>
                    </a:cubicBezTo>
                    <a:close/>
                    <a:moveTo>
                      <a:pt x="6739" y="0"/>
                    </a:moveTo>
                    <a:cubicBezTo>
                      <a:pt x="6556" y="0"/>
                      <a:pt x="6410" y="147"/>
                      <a:pt x="6410" y="330"/>
                    </a:cubicBezTo>
                    <a:cubicBezTo>
                      <a:pt x="6410" y="511"/>
                      <a:pt x="6558" y="658"/>
                      <a:pt x="6739" y="658"/>
                    </a:cubicBezTo>
                    <a:lnTo>
                      <a:pt x="8234" y="658"/>
                    </a:lnTo>
                    <a:cubicBezTo>
                      <a:pt x="8414" y="658"/>
                      <a:pt x="8562" y="511"/>
                      <a:pt x="8562" y="330"/>
                    </a:cubicBezTo>
                    <a:cubicBezTo>
                      <a:pt x="8562" y="147"/>
                      <a:pt x="8414" y="0"/>
                      <a:pt x="8234" y="0"/>
                    </a:cubicBezTo>
                    <a:close/>
                    <a:moveTo>
                      <a:pt x="9942" y="0"/>
                    </a:moveTo>
                    <a:cubicBezTo>
                      <a:pt x="9760" y="0"/>
                      <a:pt x="9613" y="147"/>
                      <a:pt x="9613" y="330"/>
                    </a:cubicBezTo>
                    <a:cubicBezTo>
                      <a:pt x="9613" y="511"/>
                      <a:pt x="9761" y="658"/>
                      <a:pt x="9942" y="658"/>
                    </a:cubicBezTo>
                    <a:lnTo>
                      <a:pt x="11437" y="658"/>
                    </a:lnTo>
                    <a:cubicBezTo>
                      <a:pt x="11619" y="658"/>
                      <a:pt x="11766" y="511"/>
                      <a:pt x="11766" y="330"/>
                    </a:cubicBezTo>
                    <a:cubicBezTo>
                      <a:pt x="11766" y="147"/>
                      <a:pt x="11617" y="0"/>
                      <a:pt x="114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51"/>
              <p:cNvSpPr/>
              <p:nvPr/>
            </p:nvSpPr>
            <p:spPr>
              <a:xfrm>
                <a:off x="30614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30" y="0"/>
                    </a:moveTo>
                    <a:cubicBezTo>
                      <a:pt x="147" y="0"/>
                      <a:pt x="0" y="147"/>
                      <a:pt x="0" y="330"/>
                    </a:cubicBezTo>
                    <a:cubicBezTo>
                      <a:pt x="0" y="511"/>
                      <a:pt x="148" y="658"/>
                      <a:pt x="330" y="658"/>
                    </a:cubicBezTo>
                    <a:lnTo>
                      <a:pt x="1096" y="658"/>
                    </a:lnTo>
                    <a:cubicBezTo>
                      <a:pt x="1278" y="658"/>
                      <a:pt x="1424" y="511"/>
                      <a:pt x="1424" y="330"/>
                    </a:cubicBezTo>
                    <a:cubicBezTo>
                      <a:pt x="1424" y="147"/>
                      <a:pt x="1277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51"/>
              <p:cNvSpPr/>
              <p:nvPr/>
            </p:nvSpPr>
            <p:spPr>
              <a:xfrm>
                <a:off x="1520225" y="2015300"/>
                <a:ext cx="1169125" cy="235550"/>
              </a:xfrm>
              <a:custGeom>
                <a:rect b="b" l="l" r="r" t="t"/>
                <a:pathLst>
                  <a:path extrusionOk="0" h="9422" w="46765">
                    <a:moveTo>
                      <a:pt x="9349" y="0"/>
                    </a:moveTo>
                    <a:cubicBezTo>
                      <a:pt x="9328" y="0"/>
                      <a:pt x="9306" y="9"/>
                      <a:pt x="9291" y="24"/>
                    </a:cubicBezTo>
                    <a:lnTo>
                      <a:pt x="34" y="9281"/>
                    </a:lnTo>
                    <a:cubicBezTo>
                      <a:pt x="1" y="9313"/>
                      <a:pt x="1" y="9365"/>
                      <a:pt x="34" y="9397"/>
                    </a:cubicBezTo>
                    <a:cubicBezTo>
                      <a:pt x="50" y="9413"/>
                      <a:pt x="70" y="9421"/>
                      <a:pt x="92" y="9421"/>
                    </a:cubicBezTo>
                    <a:cubicBezTo>
                      <a:pt x="114" y="9421"/>
                      <a:pt x="135" y="9414"/>
                      <a:pt x="152" y="9395"/>
                    </a:cubicBezTo>
                    <a:lnTo>
                      <a:pt x="9384" y="163"/>
                    </a:lnTo>
                    <a:lnTo>
                      <a:pt x="46683" y="163"/>
                    </a:lnTo>
                    <a:cubicBezTo>
                      <a:pt x="46727" y="163"/>
                      <a:pt x="46764" y="126"/>
                      <a:pt x="46764" y="82"/>
                    </a:cubicBezTo>
                    <a:cubicBezTo>
                      <a:pt x="46764" y="36"/>
                      <a:pt x="46727" y="0"/>
                      <a:pt x="46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51"/>
              <p:cNvSpPr/>
              <p:nvPr/>
            </p:nvSpPr>
            <p:spPr>
              <a:xfrm>
                <a:off x="2102650" y="1925075"/>
                <a:ext cx="175350" cy="94350"/>
              </a:xfrm>
              <a:custGeom>
                <a:rect b="b" l="l" r="r" t="t"/>
                <a:pathLst>
                  <a:path extrusionOk="0" h="3774" w="7014">
                    <a:moveTo>
                      <a:pt x="3699" y="1"/>
                    </a:moveTo>
                    <a:cubicBezTo>
                      <a:pt x="3677" y="1"/>
                      <a:pt x="3655" y="11"/>
                      <a:pt x="3641" y="25"/>
                    </a:cubicBezTo>
                    <a:lnTo>
                      <a:pt x="33" y="3633"/>
                    </a:lnTo>
                    <a:cubicBezTo>
                      <a:pt x="0" y="3665"/>
                      <a:pt x="0" y="3717"/>
                      <a:pt x="33" y="3748"/>
                    </a:cubicBezTo>
                    <a:cubicBezTo>
                      <a:pt x="49" y="3765"/>
                      <a:pt x="70" y="3773"/>
                      <a:pt x="92" y="3773"/>
                    </a:cubicBezTo>
                    <a:cubicBezTo>
                      <a:pt x="113" y="3773"/>
                      <a:pt x="133" y="3766"/>
                      <a:pt x="149" y="3747"/>
                    </a:cubicBezTo>
                    <a:lnTo>
                      <a:pt x="3734" y="164"/>
                    </a:lnTo>
                    <a:lnTo>
                      <a:pt x="6932" y="164"/>
                    </a:lnTo>
                    <a:cubicBezTo>
                      <a:pt x="6976" y="164"/>
                      <a:pt x="7013" y="127"/>
                      <a:pt x="7013" y="82"/>
                    </a:cubicBezTo>
                    <a:cubicBezTo>
                      <a:pt x="7013" y="38"/>
                      <a:pt x="6976" y="1"/>
                      <a:pt x="69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51"/>
              <p:cNvSpPr/>
              <p:nvPr/>
            </p:nvSpPr>
            <p:spPr>
              <a:xfrm>
                <a:off x="2260500" y="1911750"/>
                <a:ext cx="30900" cy="30875"/>
              </a:xfrm>
              <a:custGeom>
                <a:rect b="b" l="l" r="r" t="t"/>
                <a:pathLst>
                  <a:path extrusionOk="0" h="1235" w="1236">
                    <a:moveTo>
                      <a:pt x="618" y="0"/>
                    </a:moveTo>
                    <a:cubicBezTo>
                      <a:pt x="278" y="0"/>
                      <a:pt x="0" y="276"/>
                      <a:pt x="0" y="617"/>
                    </a:cubicBezTo>
                    <a:cubicBezTo>
                      <a:pt x="0" y="958"/>
                      <a:pt x="278" y="1234"/>
                      <a:pt x="618" y="1234"/>
                    </a:cubicBezTo>
                    <a:cubicBezTo>
                      <a:pt x="958" y="1234"/>
                      <a:pt x="1235" y="958"/>
                      <a:pt x="1235" y="617"/>
                    </a:cubicBezTo>
                    <a:cubicBezTo>
                      <a:pt x="1235" y="276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51"/>
              <p:cNvSpPr/>
              <p:nvPr/>
            </p:nvSpPr>
            <p:spPr>
              <a:xfrm>
                <a:off x="2538650" y="2015275"/>
                <a:ext cx="461325" cy="131575"/>
              </a:xfrm>
              <a:custGeom>
                <a:rect b="b" l="l" r="r" t="t"/>
                <a:pathLst>
                  <a:path extrusionOk="0" h="5263" w="18453">
                    <a:moveTo>
                      <a:pt x="91" y="1"/>
                    </a:moveTo>
                    <a:cubicBezTo>
                      <a:pt x="70" y="1"/>
                      <a:pt x="49" y="9"/>
                      <a:pt x="33" y="25"/>
                    </a:cubicBezTo>
                    <a:cubicBezTo>
                      <a:pt x="0" y="57"/>
                      <a:pt x="0" y="109"/>
                      <a:pt x="33" y="140"/>
                    </a:cubicBezTo>
                    <a:lnTo>
                      <a:pt x="5130" y="5238"/>
                    </a:lnTo>
                    <a:cubicBezTo>
                      <a:pt x="5147" y="5254"/>
                      <a:pt x="5167" y="5263"/>
                      <a:pt x="5189" y="5263"/>
                    </a:cubicBezTo>
                    <a:lnTo>
                      <a:pt x="18372" y="5263"/>
                    </a:lnTo>
                    <a:cubicBezTo>
                      <a:pt x="18419" y="5263"/>
                      <a:pt x="18452" y="5225"/>
                      <a:pt x="18452" y="5180"/>
                    </a:cubicBezTo>
                    <a:cubicBezTo>
                      <a:pt x="18452" y="5135"/>
                      <a:pt x="18415" y="5099"/>
                      <a:pt x="18371" y="5099"/>
                    </a:cubicBezTo>
                    <a:lnTo>
                      <a:pt x="5222" y="5099"/>
                    </a:lnTo>
                    <a:lnTo>
                      <a:pt x="148" y="25"/>
                    </a:lnTo>
                    <a:cubicBezTo>
                      <a:pt x="133" y="9"/>
                      <a:pt x="112" y="1"/>
                      <a:pt x="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51"/>
              <p:cNvSpPr/>
              <p:nvPr/>
            </p:nvSpPr>
            <p:spPr>
              <a:xfrm>
                <a:off x="2982525" y="21293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1"/>
                    </a:moveTo>
                    <a:cubicBezTo>
                      <a:pt x="277" y="1"/>
                      <a:pt x="0" y="277"/>
                      <a:pt x="0" y="618"/>
                    </a:cubicBezTo>
                    <a:cubicBezTo>
                      <a:pt x="0" y="959"/>
                      <a:pt x="277" y="1235"/>
                      <a:pt x="617" y="1235"/>
                    </a:cubicBezTo>
                    <a:cubicBezTo>
                      <a:pt x="957" y="1235"/>
                      <a:pt x="1234" y="959"/>
                      <a:pt x="1234" y="618"/>
                    </a:cubicBezTo>
                    <a:cubicBezTo>
                      <a:pt x="1234" y="277"/>
                      <a:pt x="957" y="1"/>
                      <a:pt x="6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51"/>
              <p:cNvSpPr/>
              <p:nvPr/>
            </p:nvSpPr>
            <p:spPr>
              <a:xfrm>
                <a:off x="1997625" y="2015300"/>
                <a:ext cx="1841950" cy="415750"/>
              </a:xfrm>
              <a:custGeom>
                <a:rect b="b" l="l" r="r" t="t"/>
                <a:pathLst>
                  <a:path extrusionOk="0" h="16630" w="73678">
                    <a:moveTo>
                      <a:pt x="92" y="0"/>
                    </a:moveTo>
                    <a:cubicBezTo>
                      <a:pt x="71" y="0"/>
                      <a:pt x="50" y="8"/>
                      <a:pt x="33" y="24"/>
                    </a:cubicBezTo>
                    <a:cubicBezTo>
                      <a:pt x="1" y="56"/>
                      <a:pt x="1" y="108"/>
                      <a:pt x="33" y="139"/>
                    </a:cubicBezTo>
                    <a:lnTo>
                      <a:pt x="16498" y="16605"/>
                    </a:lnTo>
                    <a:cubicBezTo>
                      <a:pt x="16514" y="16621"/>
                      <a:pt x="16535" y="16629"/>
                      <a:pt x="16557" y="16629"/>
                    </a:cubicBezTo>
                    <a:lnTo>
                      <a:pt x="73595" y="16629"/>
                    </a:lnTo>
                    <a:cubicBezTo>
                      <a:pt x="73641" y="16629"/>
                      <a:pt x="73677" y="16592"/>
                      <a:pt x="73676" y="16548"/>
                    </a:cubicBezTo>
                    <a:cubicBezTo>
                      <a:pt x="73676" y="16503"/>
                      <a:pt x="73639" y="16466"/>
                      <a:pt x="73595" y="16466"/>
                    </a:cubicBezTo>
                    <a:lnTo>
                      <a:pt x="16590" y="16466"/>
                    </a:lnTo>
                    <a:lnTo>
                      <a:pt x="148" y="24"/>
                    </a:lnTo>
                    <a:cubicBezTo>
                      <a:pt x="133" y="8"/>
                      <a:pt x="112" y="0"/>
                      <a:pt x="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51"/>
              <p:cNvSpPr/>
              <p:nvPr/>
            </p:nvSpPr>
            <p:spPr>
              <a:xfrm>
                <a:off x="3822050" y="2413550"/>
                <a:ext cx="30875" cy="30850"/>
              </a:xfrm>
              <a:custGeom>
                <a:rect b="b" l="l" r="r" t="t"/>
                <a:pathLst>
                  <a:path extrusionOk="0" h="1234" w="1235">
                    <a:moveTo>
                      <a:pt x="618" y="0"/>
                    </a:moveTo>
                    <a:cubicBezTo>
                      <a:pt x="277" y="0"/>
                      <a:pt x="0" y="277"/>
                      <a:pt x="0" y="618"/>
                    </a:cubicBezTo>
                    <a:cubicBezTo>
                      <a:pt x="0" y="958"/>
                      <a:pt x="277" y="1234"/>
                      <a:pt x="618" y="1234"/>
                    </a:cubicBezTo>
                    <a:cubicBezTo>
                      <a:pt x="958" y="1234"/>
                      <a:pt x="1234" y="958"/>
                      <a:pt x="1234" y="618"/>
                    </a:cubicBezTo>
                    <a:cubicBezTo>
                      <a:pt x="1234" y="277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51"/>
              <p:cNvSpPr/>
              <p:nvPr/>
            </p:nvSpPr>
            <p:spPr>
              <a:xfrm>
                <a:off x="2220000" y="2015325"/>
                <a:ext cx="10525" cy="4100"/>
              </a:xfrm>
              <a:custGeom>
                <a:rect b="b" l="l" r="r" t="t"/>
                <a:pathLst>
                  <a:path extrusionOk="0" h="164" w="421">
                    <a:moveTo>
                      <a:pt x="82" y="0"/>
                    </a:moveTo>
                    <a:cubicBezTo>
                      <a:pt x="38" y="0"/>
                      <a:pt x="1" y="37"/>
                      <a:pt x="1" y="82"/>
                    </a:cubicBezTo>
                    <a:cubicBezTo>
                      <a:pt x="1" y="126"/>
                      <a:pt x="38" y="163"/>
                      <a:pt x="82" y="163"/>
                    </a:cubicBezTo>
                    <a:lnTo>
                      <a:pt x="339" y="163"/>
                    </a:lnTo>
                    <a:cubicBezTo>
                      <a:pt x="384" y="163"/>
                      <a:pt x="420" y="126"/>
                      <a:pt x="420" y="82"/>
                    </a:cubicBezTo>
                    <a:cubicBezTo>
                      <a:pt x="420" y="37"/>
                      <a:pt x="383" y="0"/>
                      <a:pt x="3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51"/>
              <p:cNvSpPr/>
              <p:nvPr/>
            </p:nvSpPr>
            <p:spPr>
              <a:xfrm>
                <a:off x="22130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8" y="0"/>
                    </a:moveTo>
                    <a:cubicBezTo>
                      <a:pt x="276" y="0"/>
                      <a:pt x="0" y="275"/>
                      <a:pt x="0" y="617"/>
                    </a:cubicBezTo>
                    <a:cubicBezTo>
                      <a:pt x="0" y="958"/>
                      <a:pt x="276" y="1234"/>
                      <a:pt x="618" y="1234"/>
                    </a:cubicBezTo>
                    <a:cubicBezTo>
                      <a:pt x="958" y="1234"/>
                      <a:pt x="1234" y="958"/>
                      <a:pt x="1234" y="617"/>
                    </a:cubicBezTo>
                    <a:cubicBezTo>
                      <a:pt x="1234" y="275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51"/>
              <p:cNvSpPr/>
              <p:nvPr/>
            </p:nvSpPr>
            <p:spPr>
              <a:xfrm>
                <a:off x="227515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3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51"/>
              <p:cNvSpPr/>
              <p:nvPr/>
            </p:nvSpPr>
            <p:spPr>
              <a:xfrm>
                <a:off x="22681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51"/>
              <p:cNvSpPr/>
              <p:nvPr/>
            </p:nvSpPr>
            <p:spPr>
              <a:xfrm>
                <a:off x="233030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2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51"/>
              <p:cNvSpPr/>
              <p:nvPr/>
            </p:nvSpPr>
            <p:spPr>
              <a:xfrm>
                <a:off x="23233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51"/>
              <p:cNvSpPr/>
              <p:nvPr/>
            </p:nvSpPr>
            <p:spPr>
              <a:xfrm>
                <a:off x="1492450" y="2221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51"/>
              <p:cNvSpPr/>
              <p:nvPr/>
            </p:nvSpPr>
            <p:spPr>
              <a:xfrm>
                <a:off x="2638300" y="2117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1"/>
                    </a:cubicBezTo>
                    <a:cubicBezTo>
                      <a:pt x="1" y="750"/>
                      <a:pt x="1" y="1443"/>
                      <a:pt x="428" y="1870"/>
                    </a:cubicBezTo>
                    <a:cubicBezTo>
                      <a:pt x="642" y="2085"/>
                      <a:pt x="923" y="2192"/>
                      <a:pt x="1203" y="2192"/>
                    </a:cubicBezTo>
                    <a:cubicBezTo>
                      <a:pt x="1483" y="2192"/>
                      <a:pt x="1764" y="2085"/>
                      <a:pt x="1977" y="1870"/>
                    </a:cubicBezTo>
                    <a:cubicBezTo>
                      <a:pt x="2406" y="1443"/>
                      <a:pt x="2406" y="750"/>
                      <a:pt x="1977" y="321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51"/>
              <p:cNvSpPr/>
              <p:nvPr/>
            </p:nvSpPr>
            <p:spPr>
              <a:xfrm>
                <a:off x="1723875" y="1989975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3" y="0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51"/>
              <p:cNvSpPr/>
              <p:nvPr/>
            </p:nvSpPr>
            <p:spPr>
              <a:xfrm>
                <a:off x="2381475" y="24016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2" y="0"/>
                      <a:pt x="642" y="107"/>
                      <a:pt x="428" y="322"/>
                    </a:cubicBezTo>
                    <a:cubicBezTo>
                      <a:pt x="0" y="749"/>
                      <a:pt x="0" y="1442"/>
                      <a:pt x="428" y="1871"/>
                    </a:cubicBezTo>
                    <a:cubicBezTo>
                      <a:pt x="642" y="2084"/>
                      <a:pt x="922" y="2191"/>
                      <a:pt x="1203" y="2191"/>
                    </a:cubicBezTo>
                    <a:cubicBezTo>
                      <a:pt x="1483" y="2191"/>
                      <a:pt x="1763" y="2084"/>
                      <a:pt x="1977" y="1871"/>
                    </a:cubicBezTo>
                    <a:cubicBezTo>
                      <a:pt x="2405" y="1442"/>
                      <a:pt x="2405" y="749"/>
                      <a:pt x="1977" y="322"/>
                    </a:cubicBezTo>
                    <a:cubicBezTo>
                      <a:pt x="1763" y="107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51"/>
              <p:cNvSpPr/>
              <p:nvPr/>
            </p:nvSpPr>
            <p:spPr>
              <a:xfrm>
                <a:off x="1972525" y="1990000"/>
                <a:ext cx="54775" cy="54775"/>
              </a:xfrm>
              <a:custGeom>
                <a:rect b="b" l="l" r="r" t="t"/>
                <a:pathLst>
                  <a:path extrusionOk="0" h="2191" w="2191">
                    <a:moveTo>
                      <a:pt x="1096" y="0"/>
                    </a:moveTo>
                    <a:cubicBezTo>
                      <a:pt x="490" y="0"/>
                      <a:pt x="0" y="490"/>
                      <a:pt x="0" y="1095"/>
                    </a:cubicBezTo>
                    <a:cubicBezTo>
                      <a:pt x="0" y="1699"/>
                      <a:pt x="490" y="2191"/>
                      <a:pt x="1096" y="2191"/>
                    </a:cubicBezTo>
                    <a:cubicBezTo>
                      <a:pt x="1700" y="2191"/>
                      <a:pt x="2191" y="1699"/>
                      <a:pt x="2191" y="1095"/>
                    </a:cubicBezTo>
                    <a:cubicBezTo>
                      <a:pt x="2191" y="490"/>
                      <a:pt x="1700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9" name="Google Shape;319;p51"/>
            <p:cNvGrpSpPr/>
            <p:nvPr/>
          </p:nvGrpSpPr>
          <p:grpSpPr>
            <a:xfrm>
              <a:off x="7424013" y="68227"/>
              <a:ext cx="2013511" cy="471285"/>
              <a:chOff x="5000750" y="481775"/>
              <a:chExt cx="1329050" cy="311100"/>
            </a:xfrm>
          </p:grpSpPr>
          <p:sp>
            <p:nvSpPr>
              <p:cNvPr id="320" name="Google Shape;320;p51"/>
              <p:cNvSpPr/>
              <p:nvPr/>
            </p:nvSpPr>
            <p:spPr>
              <a:xfrm>
                <a:off x="5026400" y="621850"/>
                <a:ext cx="1303400" cy="147700"/>
              </a:xfrm>
              <a:custGeom>
                <a:rect b="b" l="l" r="r" t="t"/>
                <a:pathLst>
                  <a:path extrusionOk="0" h="5908" w="52136">
                    <a:moveTo>
                      <a:pt x="24815" y="0"/>
                    </a:moveTo>
                    <a:lnTo>
                      <a:pt x="19094" y="5721"/>
                    </a:lnTo>
                    <a:lnTo>
                      <a:pt x="1" y="5721"/>
                    </a:lnTo>
                    <a:lnTo>
                      <a:pt x="1" y="5908"/>
                    </a:lnTo>
                    <a:lnTo>
                      <a:pt x="19170" y="5908"/>
                    </a:lnTo>
                    <a:lnTo>
                      <a:pt x="24891" y="186"/>
                    </a:lnTo>
                    <a:lnTo>
                      <a:pt x="52136" y="186"/>
                    </a:lnTo>
                    <a:cubicBezTo>
                      <a:pt x="52090" y="135"/>
                      <a:pt x="52060" y="69"/>
                      <a:pt x="52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51"/>
              <p:cNvSpPr/>
              <p:nvPr/>
            </p:nvSpPr>
            <p:spPr>
              <a:xfrm>
                <a:off x="5161775" y="575150"/>
                <a:ext cx="1109150" cy="147725"/>
              </a:xfrm>
              <a:custGeom>
                <a:rect b="b" l="l" r="r" t="t"/>
                <a:pathLst>
                  <a:path extrusionOk="0" h="5909" w="44366">
                    <a:moveTo>
                      <a:pt x="19400" y="1"/>
                    </a:moveTo>
                    <a:lnTo>
                      <a:pt x="13679" y="5722"/>
                    </a:lnTo>
                    <a:lnTo>
                      <a:pt x="1" y="5722"/>
                    </a:lnTo>
                    <a:lnTo>
                      <a:pt x="1" y="5908"/>
                    </a:lnTo>
                    <a:lnTo>
                      <a:pt x="13756" y="5908"/>
                    </a:lnTo>
                    <a:lnTo>
                      <a:pt x="19477" y="188"/>
                    </a:lnTo>
                    <a:lnTo>
                      <a:pt x="44350" y="188"/>
                    </a:lnTo>
                    <a:cubicBezTo>
                      <a:pt x="44343" y="125"/>
                      <a:pt x="44349" y="62"/>
                      <a:pt x="44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51"/>
              <p:cNvSpPr/>
              <p:nvPr/>
            </p:nvSpPr>
            <p:spPr>
              <a:xfrm>
                <a:off x="5270725" y="528425"/>
                <a:ext cx="949350" cy="147725"/>
              </a:xfrm>
              <a:custGeom>
                <a:rect b="b" l="l" r="r" t="t"/>
                <a:pathLst>
                  <a:path extrusionOk="0" h="5909" w="37974">
                    <a:moveTo>
                      <a:pt x="15042" y="1"/>
                    </a:moveTo>
                    <a:lnTo>
                      <a:pt x="9321" y="5722"/>
                    </a:lnTo>
                    <a:lnTo>
                      <a:pt x="0" y="5722"/>
                    </a:lnTo>
                    <a:lnTo>
                      <a:pt x="0" y="5908"/>
                    </a:lnTo>
                    <a:lnTo>
                      <a:pt x="9398" y="5908"/>
                    </a:lnTo>
                    <a:lnTo>
                      <a:pt x="15119" y="188"/>
                    </a:lnTo>
                    <a:lnTo>
                      <a:pt x="37974" y="188"/>
                    </a:lnTo>
                    <a:cubicBezTo>
                      <a:pt x="37954" y="128"/>
                      <a:pt x="37949" y="64"/>
                      <a:pt x="379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51"/>
              <p:cNvSpPr/>
              <p:nvPr/>
            </p:nvSpPr>
            <p:spPr>
              <a:xfrm>
                <a:off x="5360950" y="481775"/>
                <a:ext cx="831450" cy="147700"/>
              </a:xfrm>
              <a:custGeom>
                <a:rect b="b" l="l" r="r" t="t"/>
                <a:pathLst>
                  <a:path extrusionOk="0" h="5908" w="33258">
                    <a:moveTo>
                      <a:pt x="11433" y="0"/>
                    </a:moveTo>
                    <a:lnTo>
                      <a:pt x="5712" y="5722"/>
                    </a:lnTo>
                    <a:lnTo>
                      <a:pt x="0" y="5722"/>
                    </a:lnTo>
                    <a:lnTo>
                      <a:pt x="0" y="5908"/>
                    </a:lnTo>
                    <a:lnTo>
                      <a:pt x="5789" y="5908"/>
                    </a:lnTo>
                    <a:lnTo>
                      <a:pt x="11510" y="186"/>
                    </a:lnTo>
                    <a:lnTo>
                      <a:pt x="33257" y="186"/>
                    </a:lnTo>
                    <a:cubicBezTo>
                      <a:pt x="33236" y="125"/>
                      <a:pt x="33228" y="61"/>
                      <a:pt x="332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51"/>
              <p:cNvSpPr/>
              <p:nvPr/>
            </p:nvSpPr>
            <p:spPr>
              <a:xfrm>
                <a:off x="5335300" y="601475"/>
                <a:ext cx="51375" cy="51375"/>
              </a:xfrm>
              <a:custGeom>
                <a:rect b="b" l="l" r="r" t="t"/>
                <a:pathLst>
                  <a:path extrusionOk="0" h="2055" w="2055">
                    <a:moveTo>
                      <a:pt x="2055" y="1027"/>
                    </a:moveTo>
                    <a:cubicBezTo>
                      <a:pt x="2055" y="1594"/>
                      <a:pt x="1596" y="2055"/>
                      <a:pt x="1027" y="2055"/>
                    </a:cubicBezTo>
                    <a:cubicBezTo>
                      <a:pt x="460" y="2055"/>
                      <a:pt x="0" y="1594"/>
                      <a:pt x="0" y="1027"/>
                    </a:cubicBezTo>
                    <a:cubicBezTo>
                      <a:pt x="0" y="460"/>
                      <a:pt x="459" y="0"/>
                      <a:pt x="1027" y="0"/>
                    </a:cubicBezTo>
                    <a:cubicBezTo>
                      <a:pt x="1594" y="0"/>
                      <a:pt x="2055" y="461"/>
                      <a:pt x="2055" y="10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51"/>
              <p:cNvSpPr/>
              <p:nvPr/>
            </p:nvSpPr>
            <p:spPr>
              <a:xfrm>
                <a:off x="5245025" y="64812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5"/>
                      <a:pt x="1595" y="2055"/>
                      <a:pt x="1028" y="2055"/>
                    </a:cubicBezTo>
                    <a:cubicBezTo>
                      <a:pt x="459" y="2055"/>
                      <a:pt x="1" y="1594"/>
                      <a:pt x="1" y="1028"/>
                    </a:cubicBezTo>
                    <a:cubicBezTo>
                      <a:pt x="1" y="462"/>
                      <a:pt x="459" y="1"/>
                      <a:pt x="1028" y="1"/>
                    </a:cubicBezTo>
                    <a:cubicBezTo>
                      <a:pt x="1595" y="1"/>
                      <a:pt x="2055" y="462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51"/>
              <p:cNvSpPr/>
              <p:nvPr/>
            </p:nvSpPr>
            <p:spPr>
              <a:xfrm>
                <a:off x="5134550" y="69482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4"/>
                      <a:pt x="1594" y="2055"/>
                      <a:pt x="1028" y="2055"/>
                    </a:cubicBezTo>
                    <a:cubicBezTo>
                      <a:pt x="461" y="2055"/>
                      <a:pt x="0" y="1594"/>
                      <a:pt x="0" y="1028"/>
                    </a:cubicBezTo>
                    <a:cubicBezTo>
                      <a:pt x="0" y="461"/>
                      <a:pt x="461" y="0"/>
                      <a:pt x="1028" y="0"/>
                    </a:cubicBezTo>
                    <a:cubicBezTo>
                      <a:pt x="1595" y="0"/>
                      <a:pt x="2055" y="461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51"/>
              <p:cNvSpPr/>
              <p:nvPr/>
            </p:nvSpPr>
            <p:spPr>
              <a:xfrm>
                <a:off x="5000750" y="74147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6"/>
                      <a:pt x="1596" y="2056"/>
                      <a:pt x="1028" y="2056"/>
                    </a:cubicBezTo>
                    <a:cubicBezTo>
                      <a:pt x="460" y="2056"/>
                      <a:pt x="0" y="1595"/>
                      <a:pt x="0" y="1028"/>
                    </a:cubicBezTo>
                    <a:cubicBezTo>
                      <a:pt x="0" y="462"/>
                      <a:pt x="460" y="1"/>
                      <a:pt x="1028" y="1"/>
                    </a:cubicBezTo>
                    <a:cubicBezTo>
                      <a:pt x="1596" y="1"/>
                      <a:pt x="2055" y="462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52"/>
          <p:cNvPicPr preferRelativeResize="0"/>
          <p:nvPr/>
        </p:nvPicPr>
        <p:blipFill rotWithShape="1">
          <a:blip r:embed="rId2">
            <a:alphaModFix amt="49000"/>
          </a:blip>
          <a:srcRect b="0" l="0" r="0" t="0"/>
          <a:stretch/>
        </p:blipFill>
        <p:spPr>
          <a:xfrm rot="10800000"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52"/>
          <p:cNvGrpSpPr/>
          <p:nvPr/>
        </p:nvGrpSpPr>
        <p:grpSpPr>
          <a:xfrm>
            <a:off x="-1" y="0"/>
            <a:ext cx="9143999" cy="5143500"/>
            <a:chOff x="-1" y="0"/>
            <a:chExt cx="9143999" cy="5143500"/>
          </a:xfrm>
        </p:grpSpPr>
        <p:pic>
          <p:nvPicPr>
            <p:cNvPr id="331" name="Google Shape;331;p52"/>
            <p:cNvPicPr preferRelativeResize="0"/>
            <p:nvPr/>
          </p:nvPicPr>
          <p:blipFill rotWithShape="1">
            <a:blip r:embed="rId3">
              <a:alphaModFix/>
            </a:blip>
            <a:srcRect b="0" l="0" r="42078" t="13635"/>
            <a:stretch/>
          </p:blipFill>
          <p:spPr>
            <a:xfrm>
              <a:off x="4853950" y="0"/>
              <a:ext cx="4290048" cy="2948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52"/>
            <p:cNvPicPr preferRelativeResize="0"/>
            <p:nvPr/>
          </p:nvPicPr>
          <p:blipFill rotWithShape="1">
            <a:blip r:embed="rId3">
              <a:alphaModFix/>
            </a:blip>
            <a:srcRect b="34197" l="74793" r="0" t="0"/>
            <a:stretch/>
          </p:blipFill>
          <p:spPr>
            <a:xfrm>
              <a:off x="-1" y="2897025"/>
              <a:ext cx="1866900" cy="22464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3" name="Google Shape;333;p52"/>
            <p:cNvGrpSpPr/>
            <p:nvPr/>
          </p:nvGrpSpPr>
          <p:grpSpPr>
            <a:xfrm>
              <a:off x="713213" y="775700"/>
              <a:ext cx="1262525" cy="484050"/>
              <a:chOff x="1350325" y="970000"/>
              <a:chExt cx="1262525" cy="484050"/>
            </a:xfrm>
          </p:grpSpPr>
          <p:sp>
            <p:nvSpPr>
              <p:cNvPr id="334" name="Google Shape;334;p52"/>
              <p:cNvSpPr/>
              <p:nvPr/>
            </p:nvSpPr>
            <p:spPr>
              <a:xfrm>
                <a:off x="1804000" y="1401425"/>
                <a:ext cx="808850" cy="52625"/>
              </a:xfrm>
              <a:custGeom>
                <a:rect b="b" l="l" r="r" t="t"/>
                <a:pathLst>
                  <a:path extrusionOk="0" h="2105" w="32354">
                    <a:moveTo>
                      <a:pt x="1053" y="1"/>
                    </a:moveTo>
                    <a:cubicBezTo>
                      <a:pt x="473" y="1"/>
                      <a:pt x="1" y="471"/>
                      <a:pt x="1" y="1052"/>
                    </a:cubicBezTo>
                    <a:cubicBezTo>
                      <a:pt x="1" y="1633"/>
                      <a:pt x="473" y="2105"/>
                      <a:pt x="1053" y="2105"/>
                    </a:cubicBezTo>
                    <a:cubicBezTo>
                      <a:pt x="1637" y="2105"/>
                      <a:pt x="2109" y="1633"/>
                      <a:pt x="2109" y="1052"/>
                    </a:cubicBezTo>
                    <a:cubicBezTo>
                      <a:pt x="2109" y="471"/>
                      <a:pt x="1637" y="1"/>
                      <a:pt x="1053" y="1"/>
                    </a:cubicBezTo>
                    <a:close/>
                    <a:moveTo>
                      <a:pt x="7105" y="1"/>
                    </a:moveTo>
                    <a:cubicBezTo>
                      <a:pt x="6524" y="1"/>
                      <a:pt x="6052" y="471"/>
                      <a:pt x="6054" y="1052"/>
                    </a:cubicBezTo>
                    <a:cubicBezTo>
                      <a:pt x="6054" y="1633"/>
                      <a:pt x="6526" y="2105"/>
                      <a:pt x="7105" y="2105"/>
                    </a:cubicBezTo>
                    <a:cubicBezTo>
                      <a:pt x="7686" y="2105"/>
                      <a:pt x="8158" y="1633"/>
                      <a:pt x="8158" y="1052"/>
                    </a:cubicBezTo>
                    <a:cubicBezTo>
                      <a:pt x="8158" y="471"/>
                      <a:pt x="7686" y="1"/>
                      <a:pt x="7105" y="1"/>
                    </a:cubicBezTo>
                    <a:close/>
                    <a:moveTo>
                      <a:pt x="13153" y="1"/>
                    </a:moveTo>
                    <a:cubicBezTo>
                      <a:pt x="12572" y="1"/>
                      <a:pt x="12101" y="471"/>
                      <a:pt x="12101" y="1052"/>
                    </a:cubicBezTo>
                    <a:cubicBezTo>
                      <a:pt x="12101" y="1633"/>
                      <a:pt x="12572" y="2105"/>
                      <a:pt x="13153" y="2105"/>
                    </a:cubicBezTo>
                    <a:cubicBezTo>
                      <a:pt x="13734" y="2105"/>
                      <a:pt x="14204" y="1633"/>
                      <a:pt x="14204" y="1052"/>
                    </a:cubicBezTo>
                    <a:cubicBezTo>
                      <a:pt x="14204" y="471"/>
                      <a:pt x="13732" y="1"/>
                      <a:pt x="13153" y="1"/>
                    </a:cubicBezTo>
                    <a:close/>
                    <a:moveTo>
                      <a:pt x="19204" y="1"/>
                    </a:moveTo>
                    <a:cubicBezTo>
                      <a:pt x="18624" y="1"/>
                      <a:pt x="18153" y="471"/>
                      <a:pt x="18153" y="1052"/>
                    </a:cubicBezTo>
                    <a:cubicBezTo>
                      <a:pt x="18153" y="1633"/>
                      <a:pt x="18624" y="2105"/>
                      <a:pt x="19204" y="2105"/>
                    </a:cubicBezTo>
                    <a:cubicBezTo>
                      <a:pt x="19785" y="2105"/>
                      <a:pt x="20256" y="1633"/>
                      <a:pt x="20256" y="1052"/>
                    </a:cubicBezTo>
                    <a:cubicBezTo>
                      <a:pt x="20256" y="471"/>
                      <a:pt x="19785" y="1"/>
                      <a:pt x="19204" y="1"/>
                    </a:cubicBezTo>
                    <a:close/>
                    <a:moveTo>
                      <a:pt x="25253" y="1"/>
                    </a:moveTo>
                    <a:cubicBezTo>
                      <a:pt x="24672" y="1"/>
                      <a:pt x="24201" y="471"/>
                      <a:pt x="24201" y="1052"/>
                    </a:cubicBezTo>
                    <a:cubicBezTo>
                      <a:pt x="24201" y="1633"/>
                      <a:pt x="24672" y="2105"/>
                      <a:pt x="25253" y="2105"/>
                    </a:cubicBezTo>
                    <a:cubicBezTo>
                      <a:pt x="25833" y="2105"/>
                      <a:pt x="26304" y="1633"/>
                      <a:pt x="26304" y="1052"/>
                    </a:cubicBezTo>
                    <a:cubicBezTo>
                      <a:pt x="26304" y="471"/>
                      <a:pt x="25833" y="1"/>
                      <a:pt x="25253" y="1"/>
                    </a:cubicBezTo>
                    <a:close/>
                    <a:moveTo>
                      <a:pt x="31302" y="1"/>
                    </a:moveTo>
                    <a:cubicBezTo>
                      <a:pt x="30723" y="1"/>
                      <a:pt x="30248" y="471"/>
                      <a:pt x="30248" y="1052"/>
                    </a:cubicBezTo>
                    <a:cubicBezTo>
                      <a:pt x="30248" y="1633"/>
                      <a:pt x="30723" y="2105"/>
                      <a:pt x="31302" y="2105"/>
                    </a:cubicBezTo>
                    <a:cubicBezTo>
                      <a:pt x="31881" y="2105"/>
                      <a:pt x="32353" y="1633"/>
                      <a:pt x="32353" y="1052"/>
                    </a:cubicBezTo>
                    <a:cubicBezTo>
                      <a:pt x="32353" y="471"/>
                      <a:pt x="31881" y="1"/>
                      <a:pt x="313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52"/>
              <p:cNvSpPr/>
              <p:nvPr/>
            </p:nvSpPr>
            <p:spPr>
              <a:xfrm>
                <a:off x="1652800" y="1293575"/>
                <a:ext cx="960050" cy="52600"/>
              </a:xfrm>
              <a:custGeom>
                <a:rect b="b" l="l" r="r" t="t"/>
                <a:pathLst>
                  <a:path extrusionOk="0" h="2104" w="38402">
                    <a:moveTo>
                      <a:pt x="1053" y="0"/>
                    </a:moveTo>
                    <a:cubicBezTo>
                      <a:pt x="472" y="0"/>
                      <a:pt x="1" y="472"/>
                      <a:pt x="2" y="1051"/>
                    </a:cubicBezTo>
                    <a:cubicBezTo>
                      <a:pt x="2" y="1632"/>
                      <a:pt x="474" y="2104"/>
                      <a:pt x="1053" y="2104"/>
                    </a:cubicBezTo>
                    <a:cubicBezTo>
                      <a:pt x="1634" y="2104"/>
                      <a:pt x="2106" y="1632"/>
                      <a:pt x="2106" y="1051"/>
                    </a:cubicBezTo>
                    <a:cubicBezTo>
                      <a:pt x="2106" y="471"/>
                      <a:pt x="1634" y="0"/>
                      <a:pt x="1053" y="0"/>
                    </a:cubicBezTo>
                    <a:close/>
                    <a:moveTo>
                      <a:pt x="7105" y="0"/>
                    </a:moveTo>
                    <a:cubicBezTo>
                      <a:pt x="6525" y="0"/>
                      <a:pt x="6053" y="472"/>
                      <a:pt x="6052" y="1051"/>
                    </a:cubicBezTo>
                    <a:cubicBezTo>
                      <a:pt x="6052" y="1632"/>
                      <a:pt x="6525" y="2104"/>
                      <a:pt x="7105" y="2104"/>
                    </a:cubicBezTo>
                    <a:cubicBezTo>
                      <a:pt x="7685" y="2104"/>
                      <a:pt x="8157" y="1632"/>
                      <a:pt x="8157" y="1051"/>
                    </a:cubicBezTo>
                    <a:cubicBezTo>
                      <a:pt x="8157" y="471"/>
                      <a:pt x="7685" y="0"/>
                      <a:pt x="7105" y="0"/>
                    </a:cubicBezTo>
                    <a:close/>
                    <a:moveTo>
                      <a:pt x="13153" y="0"/>
                    </a:moveTo>
                    <a:cubicBezTo>
                      <a:pt x="12572" y="0"/>
                      <a:pt x="12100" y="472"/>
                      <a:pt x="12102" y="1051"/>
                    </a:cubicBezTo>
                    <a:cubicBezTo>
                      <a:pt x="12102" y="1632"/>
                      <a:pt x="12574" y="2104"/>
                      <a:pt x="13153" y="2104"/>
                    </a:cubicBezTo>
                    <a:cubicBezTo>
                      <a:pt x="13734" y="2104"/>
                      <a:pt x="14206" y="1632"/>
                      <a:pt x="14206" y="1051"/>
                    </a:cubicBezTo>
                    <a:cubicBezTo>
                      <a:pt x="14206" y="471"/>
                      <a:pt x="13734" y="0"/>
                      <a:pt x="13153" y="0"/>
                    </a:cubicBezTo>
                    <a:close/>
                    <a:moveTo>
                      <a:pt x="19201" y="0"/>
                    </a:moveTo>
                    <a:cubicBezTo>
                      <a:pt x="18620" y="0"/>
                      <a:pt x="18149" y="472"/>
                      <a:pt x="18149" y="1051"/>
                    </a:cubicBezTo>
                    <a:cubicBezTo>
                      <a:pt x="18149" y="1632"/>
                      <a:pt x="18620" y="2104"/>
                      <a:pt x="19201" y="2104"/>
                    </a:cubicBezTo>
                    <a:cubicBezTo>
                      <a:pt x="19782" y="2104"/>
                      <a:pt x="20252" y="1632"/>
                      <a:pt x="20252" y="1051"/>
                    </a:cubicBezTo>
                    <a:cubicBezTo>
                      <a:pt x="20252" y="471"/>
                      <a:pt x="19780" y="0"/>
                      <a:pt x="19201" y="0"/>
                    </a:cubicBezTo>
                    <a:close/>
                    <a:moveTo>
                      <a:pt x="25252" y="0"/>
                    </a:moveTo>
                    <a:cubicBezTo>
                      <a:pt x="24672" y="0"/>
                      <a:pt x="24201" y="472"/>
                      <a:pt x="24201" y="1051"/>
                    </a:cubicBezTo>
                    <a:cubicBezTo>
                      <a:pt x="24201" y="1632"/>
                      <a:pt x="24672" y="2104"/>
                      <a:pt x="25252" y="2104"/>
                    </a:cubicBezTo>
                    <a:cubicBezTo>
                      <a:pt x="25833" y="2104"/>
                      <a:pt x="26304" y="1632"/>
                      <a:pt x="26304" y="1051"/>
                    </a:cubicBezTo>
                    <a:cubicBezTo>
                      <a:pt x="26304" y="471"/>
                      <a:pt x="25833" y="0"/>
                      <a:pt x="25252" y="0"/>
                    </a:cubicBezTo>
                    <a:close/>
                    <a:moveTo>
                      <a:pt x="31301" y="0"/>
                    </a:moveTo>
                    <a:cubicBezTo>
                      <a:pt x="30720" y="0"/>
                      <a:pt x="30249" y="472"/>
                      <a:pt x="30249" y="1051"/>
                    </a:cubicBezTo>
                    <a:cubicBezTo>
                      <a:pt x="30249" y="1632"/>
                      <a:pt x="30720" y="2104"/>
                      <a:pt x="31301" y="2104"/>
                    </a:cubicBezTo>
                    <a:cubicBezTo>
                      <a:pt x="31881" y="2104"/>
                      <a:pt x="32352" y="1632"/>
                      <a:pt x="32352" y="1051"/>
                    </a:cubicBezTo>
                    <a:cubicBezTo>
                      <a:pt x="32352" y="471"/>
                      <a:pt x="31881" y="0"/>
                      <a:pt x="31301" y="0"/>
                    </a:cubicBezTo>
                    <a:close/>
                    <a:moveTo>
                      <a:pt x="37350" y="0"/>
                    </a:moveTo>
                    <a:cubicBezTo>
                      <a:pt x="36767" y="0"/>
                      <a:pt x="36296" y="472"/>
                      <a:pt x="36296" y="1051"/>
                    </a:cubicBezTo>
                    <a:cubicBezTo>
                      <a:pt x="36296" y="1632"/>
                      <a:pt x="36769" y="2104"/>
                      <a:pt x="37350" y="2104"/>
                    </a:cubicBezTo>
                    <a:cubicBezTo>
                      <a:pt x="37929" y="2104"/>
                      <a:pt x="38401" y="1632"/>
                      <a:pt x="38401" y="1051"/>
                    </a:cubicBezTo>
                    <a:cubicBezTo>
                      <a:pt x="38401" y="471"/>
                      <a:pt x="37929" y="0"/>
                      <a:pt x="373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52"/>
              <p:cNvSpPr/>
              <p:nvPr/>
            </p:nvSpPr>
            <p:spPr>
              <a:xfrm>
                <a:off x="1501625" y="1185725"/>
                <a:ext cx="1111225" cy="52600"/>
              </a:xfrm>
              <a:custGeom>
                <a:rect b="b" l="l" r="r" t="t"/>
                <a:pathLst>
                  <a:path extrusionOk="0" h="2104" w="44449">
                    <a:moveTo>
                      <a:pt x="1053" y="0"/>
                    </a:moveTo>
                    <a:cubicBezTo>
                      <a:pt x="472" y="0"/>
                      <a:pt x="0" y="471"/>
                      <a:pt x="0" y="1053"/>
                    </a:cubicBezTo>
                    <a:cubicBezTo>
                      <a:pt x="0" y="1633"/>
                      <a:pt x="472" y="2104"/>
                      <a:pt x="1053" y="2104"/>
                    </a:cubicBezTo>
                    <a:cubicBezTo>
                      <a:pt x="1632" y="2104"/>
                      <a:pt x="2104" y="1633"/>
                      <a:pt x="2104" y="1053"/>
                    </a:cubicBezTo>
                    <a:cubicBezTo>
                      <a:pt x="2104" y="472"/>
                      <a:pt x="1632" y="0"/>
                      <a:pt x="1053" y="0"/>
                    </a:cubicBezTo>
                    <a:close/>
                    <a:moveTo>
                      <a:pt x="7100" y="0"/>
                    </a:moveTo>
                    <a:cubicBezTo>
                      <a:pt x="6519" y="0"/>
                      <a:pt x="6048" y="471"/>
                      <a:pt x="6049" y="1053"/>
                    </a:cubicBezTo>
                    <a:cubicBezTo>
                      <a:pt x="6049" y="1633"/>
                      <a:pt x="6521" y="2104"/>
                      <a:pt x="7100" y="2104"/>
                    </a:cubicBezTo>
                    <a:cubicBezTo>
                      <a:pt x="7681" y="2104"/>
                      <a:pt x="8153" y="1633"/>
                      <a:pt x="8153" y="1053"/>
                    </a:cubicBezTo>
                    <a:cubicBezTo>
                      <a:pt x="8153" y="472"/>
                      <a:pt x="7681" y="0"/>
                      <a:pt x="7100" y="0"/>
                    </a:cubicBezTo>
                    <a:close/>
                    <a:moveTo>
                      <a:pt x="13152" y="0"/>
                    </a:moveTo>
                    <a:cubicBezTo>
                      <a:pt x="12572" y="0"/>
                      <a:pt x="12100" y="471"/>
                      <a:pt x="12099" y="1053"/>
                    </a:cubicBezTo>
                    <a:cubicBezTo>
                      <a:pt x="12099" y="1633"/>
                      <a:pt x="12572" y="2104"/>
                      <a:pt x="13152" y="2104"/>
                    </a:cubicBezTo>
                    <a:cubicBezTo>
                      <a:pt x="13732" y="2104"/>
                      <a:pt x="14199" y="1633"/>
                      <a:pt x="14199" y="1053"/>
                    </a:cubicBezTo>
                    <a:cubicBezTo>
                      <a:pt x="14199" y="472"/>
                      <a:pt x="13732" y="0"/>
                      <a:pt x="13152" y="0"/>
                    </a:cubicBezTo>
                    <a:close/>
                    <a:moveTo>
                      <a:pt x="19200" y="0"/>
                    </a:moveTo>
                    <a:cubicBezTo>
                      <a:pt x="18619" y="0"/>
                      <a:pt x="18147" y="471"/>
                      <a:pt x="18149" y="1053"/>
                    </a:cubicBezTo>
                    <a:cubicBezTo>
                      <a:pt x="18149" y="1633"/>
                      <a:pt x="18621" y="2104"/>
                      <a:pt x="19200" y="2104"/>
                    </a:cubicBezTo>
                    <a:cubicBezTo>
                      <a:pt x="19781" y="2104"/>
                      <a:pt x="20253" y="1633"/>
                      <a:pt x="20253" y="1053"/>
                    </a:cubicBezTo>
                    <a:cubicBezTo>
                      <a:pt x="20253" y="472"/>
                      <a:pt x="19781" y="0"/>
                      <a:pt x="19200" y="0"/>
                    </a:cubicBezTo>
                    <a:close/>
                    <a:moveTo>
                      <a:pt x="25248" y="0"/>
                    </a:moveTo>
                    <a:cubicBezTo>
                      <a:pt x="24667" y="0"/>
                      <a:pt x="24196" y="471"/>
                      <a:pt x="24196" y="1053"/>
                    </a:cubicBezTo>
                    <a:cubicBezTo>
                      <a:pt x="24196" y="1633"/>
                      <a:pt x="24667" y="2104"/>
                      <a:pt x="25248" y="2104"/>
                    </a:cubicBezTo>
                    <a:cubicBezTo>
                      <a:pt x="25829" y="2104"/>
                      <a:pt x="26299" y="1633"/>
                      <a:pt x="26299" y="1053"/>
                    </a:cubicBezTo>
                    <a:cubicBezTo>
                      <a:pt x="26299" y="472"/>
                      <a:pt x="25827" y="0"/>
                      <a:pt x="25248" y="0"/>
                    </a:cubicBezTo>
                    <a:close/>
                    <a:moveTo>
                      <a:pt x="31299" y="0"/>
                    </a:moveTo>
                    <a:cubicBezTo>
                      <a:pt x="30719" y="0"/>
                      <a:pt x="30248" y="471"/>
                      <a:pt x="30248" y="1053"/>
                    </a:cubicBezTo>
                    <a:cubicBezTo>
                      <a:pt x="30248" y="1633"/>
                      <a:pt x="30719" y="2104"/>
                      <a:pt x="31299" y="2104"/>
                    </a:cubicBezTo>
                    <a:cubicBezTo>
                      <a:pt x="31880" y="2104"/>
                      <a:pt x="32351" y="1633"/>
                      <a:pt x="32351" y="1053"/>
                    </a:cubicBezTo>
                    <a:cubicBezTo>
                      <a:pt x="32351" y="472"/>
                      <a:pt x="31880" y="0"/>
                      <a:pt x="31299" y="0"/>
                    </a:cubicBezTo>
                    <a:close/>
                    <a:moveTo>
                      <a:pt x="37348" y="0"/>
                    </a:moveTo>
                    <a:cubicBezTo>
                      <a:pt x="36767" y="0"/>
                      <a:pt x="36296" y="471"/>
                      <a:pt x="36296" y="1053"/>
                    </a:cubicBezTo>
                    <a:cubicBezTo>
                      <a:pt x="36296" y="1633"/>
                      <a:pt x="36767" y="2104"/>
                      <a:pt x="37348" y="2104"/>
                    </a:cubicBezTo>
                    <a:cubicBezTo>
                      <a:pt x="37928" y="2104"/>
                      <a:pt x="38399" y="1633"/>
                      <a:pt x="38399" y="1053"/>
                    </a:cubicBezTo>
                    <a:cubicBezTo>
                      <a:pt x="38399" y="472"/>
                      <a:pt x="37928" y="0"/>
                      <a:pt x="37348" y="0"/>
                    </a:cubicBezTo>
                    <a:close/>
                    <a:moveTo>
                      <a:pt x="43397" y="0"/>
                    </a:moveTo>
                    <a:cubicBezTo>
                      <a:pt x="42814" y="0"/>
                      <a:pt x="42343" y="471"/>
                      <a:pt x="42343" y="1053"/>
                    </a:cubicBezTo>
                    <a:cubicBezTo>
                      <a:pt x="42343" y="1633"/>
                      <a:pt x="42816" y="2104"/>
                      <a:pt x="43397" y="2104"/>
                    </a:cubicBezTo>
                    <a:cubicBezTo>
                      <a:pt x="43981" y="2104"/>
                      <a:pt x="44448" y="1633"/>
                      <a:pt x="44448" y="1053"/>
                    </a:cubicBezTo>
                    <a:cubicBezTo>
                      <a:pt x="44448" y="472"/>
                      <a:pt x="43981" y="0"/>
                      <a:pt x="433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52"/>
              <p:cNvSpPr/>
              <p:nvPr/>
            </p:nvSpPr>
            <p:spPr>
              <a:xfrm>
                <a:off x="1501625" y="1077875"/>
                <a:ext cx="960000" cy="52625"/>
              </a:xfrm>
              <a:custGeom>
                <a:rect b="b" l="l" r="r" t="t"/>
                <a:pathLst>
                  <a:path extrusionOk="0" h="2105" w="38400">
                    <a:moveTo>
                      <a:pt x="1053" y="1"/>
                    </a:moveTo>
                    <a:cubicBezTo>
                      <a:pt x="472" y="1"/>
                      <a:pt x="0" y="471"/>
                      <a:pt x="0" y="1052"/>
                    </a:cubicBezTo>
                    <a:cubicBezTo>
                      <a:pt x="0" y="1632"/>
                      <a:pt x="472" y="2104"/>
                      <a:pt x="1053" y="2104"/>
                    </a:cubicBezTo>
                    <a:cubicBezTo>
                      <a:pt x="1632" y="2104"/>
                      <a:pt x="2104" y="1632"/>
                      <a:pt x="2104" y="1052"/>
                    </a:cubicBezTo>
                    <a:cubicBezTo>
                      <a:pt x="2104" y="471"/>
                      <a:pt x="1632" y="1"/>
                      <a:pt x="1053" y="1"/>
                    </a:cubicBezTo>
                    <a:close/>
                    <a:moveTo>
                      <a:pt x="7100" y="1"/>
                    </a:moveTo>
                    <a:cubicBezTo>
                      <a:pt x="6519" y="1"/>
                      <a:pt x="6048" y="471"/>
                      <a:pt x="6049" y="1052"/>
                    </a:cubicBezTo>
                    <a:cubicBezTo>
                      <a:pt x="6049" y="1632"/>
                      <a:pt x="6521" y="2104"/>
                      <a:pt x="7100" y="2104"/>
                    </a:cubicBezTo>
                    <a:cubicBezTo>
                      <a:pt x="7681" y="2104"/>
                      <a:pt x="8153" y="1632"/>
                      <a:pt x="8153" y="1052"/>
                    </a:cubicBezTo>
                    <a:cubicBezTo>
                      <a:pt x="8153" y="471"/>
                      <a:pt x="7681" y="1"/>
                      <a:pt x="7100" y="1"/>
                    </a:cubicBezTo>
                    <a:close/>
                    <a:moveTo>
                      <a:pt x="13152" y="1"/>
                    </a:moveTo>
                    <a:cubicBezTo>
                      <a:pt x="12572" y="1"/>
                      <a:pt x="12100" y="471"/>
                      <a:pt x="12099" y="1052"/>
                    </a:cubicBezTo>
                    <a:cubicBezTo>
                      <a:pt x="12099" y="1632"/>
                      <a:pt x="12572" y="2104"/>
                      <a:pt x="13152" y="2104"/>
                    </a:cubicBezTo>
                    <a:cubicBezTo>
                      <a:pt x="13732" y="2104"/>
                      <a:pt x="14199" y="1632"/>
                      <a:pt x="14199" y="1052"/>
                    </a:cubicBezTo>
                    <a:cubicBezTo>
                      <a:pt x="14199" y="471"/>
                      <a:pt x="13732" y="1"/>
                      <a:pt x="13152" y="1"/>
                    </a:cubicBezTo>
                    <a:close/>
                    <a:moveTo>
                      <a:pt x="19200" y="1"/>
                    </a:moveTo>
                    <a:cubicBezTo>
                      <a:pt x="18619" y="1"/>
                      <a:pt x="18147" y="471"/>
                      <a:pt x="18149" y="1052"/>
                    </a:cubicBezTo>
                    <a:cubicBezTo>
                      <a:pt x="18149" y="1632"/>
                      <a:pt x="18621" y="2104"/>
                      <a:pt x="19200" y="2104"/>
                    </a:cubicBezTo>
                    <a:cubicBezTo>
                      <a:pt x="19781" y="2104"/>
                      <a:pt x="20253" y="1632"/>
                      <a:pt x="20253" y="1052"/>
                    </a:cubicBezTo>
                    <a:cubicBezTo>
                      <a:pt x="20253" y="471"/>
                      <a:pt x="19781" y="1"/>
                      <a:pt x="19200" y="1"/>
                    </a:cubicBezTo>
                    <a:close/>
                    <a:moveTo>
                      <a:pt x="25248" y="1"/>
                    </a:moveTo>
                    <a:cubicBezTo>
                      <a:pt x="24667" y="1"/>
                      <a:pt x="24196" y="471"/>
                      <a:pt x="24196" y="1052"/>
                    </a:cubicBezTo>
                    <a:cubicBezTo>
                      <a:pt x="24196" y="1632"/>
                      <a:pt x="24667" y="2104"/>
                      <a:pt x="25248" y="2104"/>
                    </a:cubicBezTo>
                    <a:cubicBezTo>
                      <a:pt x="25829" y="2104"/>
                      <a:pt x="26299" y="1632"/>
                      <a:pt x="26299" y="1052"/>
                    </a:cubicBezTo>
                    <a:cubicBezTo>
                      <a:pt x="26299" y="471"/>
                      <a:pt x="25827" y="1"/>
                      <a:pt x="25248" y="1"/>
                    </a:cubicBezTo>
                    <a:close/>
                    <a:moveTo>
                      <a:pt x="31299" y="1"/>
                    </a:moveTo>
                    <a:cubicBezTo>
                      <a:pt x="30719" y="1"/>
                      <a:pt x="30248" y="471"/>
                      <a:pt x="30248" y="1052"/>
                    </a:cubicBezTo>
                    <a:cubicBezTo>
                      <a:pt x="30248" y="1632"/>
                      <a:pt x="30719" y="2104"/>
                      <a:pt x="31299" y="2104"/>
                    </a:cubicBezTo>
                    <a:cubicBezTo>
                      <a:pt x="31880" y="2104"/>
                      <a:pt x="32351" y="1632"/>
                      <a:pt x="32351" y="1052"/>
                    </a:cubicBezTo>
                    <a:cubicBezTo>
                      <a:pt x="32351" y="471"/>
                      <a:pt x="31880" y="1"/>
                      <a:pt x="31299" y="1"/>
                    </a:cubicBezTo>
                    <a:close/>
                    <a:moveTo>
                      <a:pt x="37348" y="1"/>
                    </a:moveTo>
                    <a:cubicBezTo>
                      <a:pt x="36767" y="1"/>
                      <a:pt x="36296" y="471"/>
                      <a:pt x="36296" y="1052"/>
                    </a:cubicBezTo>
                    <a:cubicBezTo>
                      <a:pt x="36296" y="1632"/>
                      <a:pt x="36767" y="2104"/>
                      <a:pt x="37348" y="2104"/>
                    </a:cubicBezTo>
                    <a:cubicBezTo>
                      <a:pt x="37928" y="2104"/>
                      <a:pt x="38399" y="1632"/>
                      <a:pt x="38399" y="1052"/>
                    </a:cubicBezTo>
                    <a:cubicBezTo>
                      <a:pt x="38399" y="471"/>
                      <a:pt x="37928" y="1"/>
                      <a:pt x="37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52"/>
              <p:cNvSpPr/>
              <p:nvPr/>
            </p:nvSpPr>
            <p:spPr>
              <a:xfrm>
                <a:off x="1350325" y="1077825"/>
                <a:ext cx="54700" cy="52650"/>
              </a:xfrm>
              <a:custGeom>
                <a:rect b="b" l="l" r="r" t="t"/>
                <a:pathLst>
                  <a:path extrusionOk="0" h="2106" w="2188">
                    <a:moveTo>
                      <a:pt x="1051" y="0"/>
                    </a:moveTo>
                    <a:cubicBezTo>
                      <a:pt x="778" y="0"/>
                      <a:pt x="505" y="115"/>
                      <a:pt x="311" y="308"/>
                    </a:cubicBezTo>
                    <a:cubicBezTo>
                      <a:pt x="113" y="506"/>
                      <a:pt x="0" y="777"/>
                      <a:pt x="0" y="1054"/>
                    </a:cubicBezTo>
                    <a:cubicBezTo>
                      <a:pt x="0" y="1332"/>
                      <a:pt x="113" y="1602"/>
                      <a:pt x="311" y="1798"/>
                    </a:cubicBezTo>
                    <a:cubicBezTo>
                      <a:pt x="503" y="1991"/>
                      <a:pt x="778" y="2105"/>
                      <a:pt x="1051" y="2105"/>
                    </a:cubicBezTo>
                    <a:cubicBezTo>
                      <a:pt x="1329" y="2105"/>
                      <a:pt x="1603" y="1991"/>
                      <a:pt x="1796" y="1798"/>
                    </a:cubicBezTo>
                    <a:cubicBezTo>
                      <a:pt x="2187" y="1407"/>
                      <a:pt x="2187" y="699"/>
                      <a:pt x="1796" y="308"/>
                    </a:cubicBezTo>
                    <a:cubicBezTo>
                      <a:pt x="1604" y="113"/>
                      <a:pt x="1329" y="0"/>
                      <a:pt x="10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52"/>
              <p:cNvSpPr/>
              <p:nvPr/>
            </p:nvSpPr>
            <p:spPr>
              <a:xfrm>
                <a:off x="1501625" y="970025"/>
                <a:ext cx="808800" cy="52625"/>
              </a:xfrm>
              <a:custGeom>
                <a:rect b="b" l="l" r="r" t="t"/>
                <a:pathLst>
                  <a:path extrusionOk="0" h="2105" w="32352">
                    <a:moveTo>
                      <a:pt x="1053" y="1"/>
                    </a:moveTo>
                    <a:cubicBezTo>
                      <a:pt x="472" y="1"/>
                      <a:pt x="0" y="471"/>
                      <a:pt x="0" y="1053"/>
                    </a:cubicBezTo>
                    <a:cubicBezTo>
                      <a:pt x="0" y="1633"/>
                      <a:pt x="472" y="2104"/>
                      <a:pt x="1053" y="2104"/>
                    </a:cubicBezTo>
                    <a:cubicBezTo>
                      <a:pt x="1632" y="2104"/>
                      <a:pt x="2104" y="1633"/>
                      <a:pt x="2104" y="1053"/>
                    </a:cubicBezTo>
                    <a:cubicBezTo>
                      <a:pt x="2104" y="473"/>
                      <a:pt x="1632" y="1"/>
                      <a:pt x="1053" y="1"/>
                    </a:cubicBezTo>
                    <a:close/>
                    <a:moveTo>
                      <a:pt x="7100" y="1"/>
                    </a:moveTo>
                    <a:cubicBezTo>
                      <a:pt x="6519" y="1"/>
                      <a:pt x="6048" y="471"/>
                      <a:pt x="6049" y="1053"/>
                    </a:cubicBezTo>
                    <a:cubicBezTo>
                      <a:pt x="6049" y="1633"/>
                      <a:pt x="6521" y="2104"/>
                      <a:pt x="7100" y="2104"/>
                    </a:cubicBezTo>
                    <a:cubicBezTo>
                      <a:pt x="7681" y="2104"/>
                      <a:pt x="8153" y="1633"/>
                      <a:pt x="8153" y="1053"/>
                    </a:cubicBezTo>
                    <a:cubicBezTo>
                      <a:pt x="8153" y="473"/>
                      <a:pt x="7681" y="1"/>
                      <a:pt x="7100" y="1"/>
                    </a:cubicBezTo>
                    <a:close/>
                    <a:moveTo>
                      <a:pt x="13152" y="1"/>
                    </a:moveTo>
                    <a:cubicBezTo>
                      <a:pt x="12572" y="1"/>
                      <a:pt x="12100" y="471"/>
                      <a:pt x="12099" y="1053"/>
                    </a:cubicBezTo>
                    <a:cubicBezTo>
                      <a:pt x="12099" y="1633"/>
                      <a:pt x="12572" y="2104"/>
                      <a:pt x="13152" y="2104"/>
                    </a:cubicBezTo>
                    <a:cubicBezTo>
                      <a:pt x="13732" y="2104"/>
                      <a:pt x="14199" y="1633"/>
                      <a:pt x="14199" y="1053"/>
                    </a:cubicBezTo>
                    <a:cubicBezTo>
                      <a:pt x="14199" y="473"/>
                      <a:pt x="13732" y="1"/>
                      <a:pt x="13152" y="1"/>
                    </a:cubicBezTo>
                    <a:close/>
                    <a:moveTo>
                      <a:pt x="19200" y="1"/>
                    </a:moveTo>
                    <a:cubicBezTo>
                      <a:pt x="18619" y="1"/>
                      <a:pt x="18147" y="471"/>
                      <a:pt x="18149" y="1053"/>
                    </a:cubicBezTo>
                    <a:cubicBezTo>
                      <a:pt x="18149" y="1633"/>
                      <a:pt x="18621" y="2104"/>
                      <a:pt x="19200" y="2104"/>
                    </a:cubicBezTo>
                    <a:cubicBezTo>
                      <a:pt x="19781" y="2104"/>
                      <a:pt x="20253" y="1633"/>
                      <a:pt x="20253" y="1053"/>
                    </a:cubicBezTo>
                    <a:cubicBezTo>
                      <a:pt x="20253" y="473"/>
                      <a:pt x="19781" y="1"/>
                      <a:pt x="19200" y="1"/>
                    </a:cubicBezTo>
                    <a:close/>
                    <a:moveTo>
                      <a:pt x="25248" y="1"/>
                    </a:moveTo>
                    <a:cubicBezTo>
                      <a:pt x="24667" y="1"/>
                      <a:pt x="24196" y="471"/>
                      <a:pt x="24196" y="1053"/>
                    </a:cubicBezTo>
                    <a:cubicBezTo>
                      <a:pt x="24196" y="1633"/>
                      <a:pt x="24667" y="2104"/>
                      <a:pt x="25248" y="2104"/>
                    </a:cubicBezTo>
                    <a:cubicBezTo>
                      <a:pt x="25829" y="2104"/>
                      <a:pt x="26299" y="1633"/>
                      <a:pt x="26299" y="1053"/>
                    </a:cubicBezTo>
                    <a:cubicBezTo>
                      <a:pt x="26299" y="473"/>
                      <a:pt x="25827" y="1"/>
                      <a:pt x="25248" y="1"/>
                    </a:cubicBezTo>
                    <a:close/>
                    <a:moveTo>
                      <a:pt x="31299" y="1"/>
                    </a:moveTo>
                    <a:cubicBezTo>
                      <a:pt x="30719" y="1"/>
                      <a:pt x="30248" y="471"/>
                      <a:pt x="30248" y="1053"/>
                    </a:cubicBezTo>
                    <a:cubicBezTo>
                      <a:pt x="30248" y="1633"/>
                      <a:pt x="30719" y="2104"/>
                      <a:pt x="31299" y="2104"/>
                    </a:cubicBezTo>
                    <a:cubicBezTo>
                      <a:pt x="31880" y="2104"/>
                      <a:pt x="32351" y="1633"/>
                      <a:pt x="32351" y="1053"/>
                    </a:cubicBezTo>
                    <a:cubicBezTo>
                      <a:pt x="32351" y="473"/>
                      <a:pt x="31880" y="1"/>
                      <a:pt x="312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52"/>
              <p:cNvSpPr/>
              <p:nvPr/>
            </p:nvSpPr>
            <p:spPr>
              <a:xfrm>
                <a:off x="1350325" y="970000"/>
                <a:ext cx="54700" cy="52650"/>
              </a:xfrm>
              <a:custGeom>
                <a:rect b="b" l="l" r="r" t="t"/>
                <a:pathLst>
                  <a:path extrusionOk="0" h="2106" w="2188">
                    <a:moveTo>
                      <a:pt x="1051" y="1"/>
                    </a:moveTo>
                    <a:cubicBezTo>
                      <a:pt x="778" y="1"/>
                      <a:pt x="505" y="115"/>
                      <a:pt x="311" y="307"/>
                    </a:cubicBezTo>
                    <a:cubicBezTo>
                      <a:pt x="113" y="506"/>
                      <a:pt x="0" y="777"/>
                      <a:pt x="0" y="1054"/>
                    </a:cubicBezTo>
                    <a:cubicBezTo>
                      <a:pt x="0" y="1330"/>
                      <a:pt x="113" y="1600"/>
                      <a:pt x="311" y="1799"/>
                    </a:cubicBezTo>
                    <a:cubicBezTo>
                      <a:pt x="503" y="1991"/>
                      <a:pt x="778" y="2105"/>
                      <a:pt x="1051" y="2105"/>
                    </a:cubicBezTo>
                    <a:cubicBezTo>
                      <a:pt x="1329" y="2105"/>
                      <a:pt x="1603" y="1991"/>
                      <a:pt x="1796" y="1799"/>
                    </a:cubicBezTo>
                    <a:cubicBezTo>
                      <a:pt x="2187" y="1407"/>
                      <a:pt x="2187" y="701"/>
                      <a:pt x="1796" y="307"/>
                    </a:cubicBezTo>
                    <a:cubicBezTo>
                      <a:pt x="1604" y="115"/>
                      <a:pt x="1329" y="1"/>
                      <a:pt x="10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" name="Google Shape;341;p52"/>
            <p:cNvGrpSpPr/>
            <p:nvPr/>
          </p:nvGrpSpPr>
          <p:grpSpPr>
            <a:xfrm flipH="1">
              <a:off x="7387238" y="4333600"/>
              <a:ext cx="1370725" cy="540800"/>
              <a:chOff x="1442275" y="2891575"/>
              <a:chExt cx="1370725" cy="540800"/>
            </a:xfrm>
          </p:grpSpPr>
          <p:sp>
            <p:nvSpPr>
              <p:cNvPr id="342" name="Google Shape;342;p52"/>
              <p:cNvSpPr/>
              <p:nvPr/>
            </p:nvSpPr>
            <p:spPr>
              <a:xfrm>
                <a:off x="1494900" y="3227975"/>
                <a:ext cx="629300" cy="8500"/>
              </a:xfrm>
              <a:custGeom>
                <a:rect b="b" l="l" r="r" t="t"/>
                <a:pathLst>
                  <a:path extrusionOk="0" h="340" w="25172">
                    <a:moveTo>
                      <a:pt x="170" y="0"/>
                    </a:moveTo>
                    <a:cubicBezTo>
                      <a:pt x="76" y="0"/>
                      <a:pt x="1" y="76"/>
                      <a:pt x="1" y="170"/>
                    </a:cubicBezTo>
                    <a:cubicBezTo>
                      <a:pt x="1" y="263"/>
                      <a:pt x="76" y="340"/>
                      <a:pt x="170" y="340"/>
                    </a:cubicBezTo>
                    <a:lnTo>
                      <a:pt x="25003" y="340"/>
                    </a:lnTo>
                    <a:cubicBezTo>
                      <a:pt x="25097" y="340"/>
                      <a:pt x="25171" y="263"/>
                      <a:pt x="25171" y="170"/>
                    </a:cubicBezTo>
                    <a:cubicBezTo>
                      <a:pt x="25171" y="76"/>
                      <a:pt x="25095" y="0"/>
                      <a:pt x="250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52"/>
              <p:cNvSpPr/>
              <p:nvPr/>
            </p:nvSpPr>
            <p:spPr>
              <a:xfrm>
                <a:off x="2087875" y="3200175"/>
                <a:ext cx="64150" cy="64100"/>
              </a:xfrm>
              <a:custGeom>
                <a:rect b="b" l="l" r="r" t="t"/>
                <a:pathLst>
                  <a:path extrusionOk="0" h="2564" w="2566">
                    <a:moveTo>
                      <a:pt x="1284" y="0"/>
                    </a:moveTo>
                    <a:cubicBezTo>
                      <a:pt x="576" y="0"/>
                      <a:pt x="3" y="574"/>
                      <a:pt x="3" y="1282"/>
                    </a:cubicBezTo>
                    <a:cubicBezTo>
                      <a:pt x="1" y="1989"/>
                      <a:pt x="576" y="2564"/>
                      <a:pt x="1284" y="2564"/>
                    </a:cubicBezTo>
                    <a:cubicBezTo>
                      <a:pt x="1993" y="2564"/>
                      <a:pt x="2566" y="1990"/>
                      <a:pt x="2566" y="1282"/>
                    </a:cubicBezTo>
                    <a:cubicBezTo>
                      <a:pt x="2566" y="574"/>
                      <a:pt x="1993" y="0"/>
                      <a:pt x="1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52"/>
              <p:cNvSpPr/>
              <p:nvPr/>
            </p:nvSpPr>
            <p:spPr>
              <a:xfrm>
                <a:off x="2599250" y="2944225"/>
                <a:ext cx="185975" cy="8500"/>
              </a:xfrm>
              <a:custGeom>
                <a:rect b="b" l="l" r="r" t="t"/>
                <a:pathLst>
                  <a:path extrusionOk="0" h="340" w="7439">
                    <a:moveTo>
                      <a:pt x="171" y="1"/>
                    </a:moveTo>
                    <a:cubicBezTo>
                      <a:pt x="77" y="1"/>
                      <a:pt x="1" y="77"/>
                      <a:pt x="1" y="170"/>
                    </a:cubicBezTo>
                    <a:cubicBezTo>
                      <a:pt x="1" y="264"/>
                      <a:pt x="77" y="340"/>
                      <a:pt x="171" y="340"/>
                    </a:cubicBezTo>
                    <a:lnTo>
                      <a:pt x="7268" y="340"/>
                    </a:lnTo>
                    <a:cubicBezTo>
                      <a:pt x="7362" y="340"/>
                      <a:pt x="7439" y="264"/>
                      <a:pt x="7439" y="170"/>
                    </a:cubicBezTo>
                    <a:cubicBezTo>
                      <a:pt x="7439" y="77"/>
                      <a:pt x="7362" y="1"/>
                      <a:pt x="72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52"/>
              <p:cNvSpPr/>
              <p:nvPr/>
            </p:nvSpPr>
            <p:spPr>
              <a:xfrm>
                <a:off x="2748900" y="2916400"/>
                <a:ext cx="64100" cy="64075"/>
              </a:xfrm>
              <a:custGeom>
                <a:rect b="b" l="l" r="r" t="t"/>
                <a:pathLst>
                  <a:path extrusionOk="0" h="2563" w="2564">
                    <a:moveTo>
                      <a:pt x="1282" y="0"/>
                    </a:moveTo>
                    <a:cubicBezTo>
                      <a:pt x="574" y="0"/>
                      <a:pt x="0" y="573"/>
                      <a:pt x="0" y="1281"/>
                    </a:cubicBezTo>
                    <a:cubicBezTo>
                      <a:pt x="0" y="1990"/>
                      <a:pt x="574" y="2563"/>
                      <a:pt x="1282" y="2563"/>
                    </a:cubicBezTo>
                    <a:cubicBezTo>
                      <a:pt x="1990" y="2563"/>
                      <a:pt x="2564" y="1990"/>
                      <a:pt x="2564" y="1281"/>
                    </a:cubicBezTo>
                    <a:cubicBezTo>
                      <a:pt x="2564" y="573"/>
                      <a:pt x="1990" y="0"/>
                      <a:pt x="12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52"/>
              <p:cNvSpPr/>
              <p:nvPr/>
            </p:nvSpPr>
            <p:spPr>
              <a:xfrm>
                <a:off x="1737250" y="2944150"/>
                <a:ext cx="575300" cy="290800"/>
              </a:xfrm>
              <a:custGeom>
                <a:rect b="b" l="l" r="r" t="t"/>
                <a:pathLst>
                  <a:path extrusionOk="0" h="11632" w="23012">
                    <a:moveTo>
                      <a:pt x="11558" y="0"/>
                    </a:moveTo>
                    <a:cubicBezTo>
                      <a:pt x="11512" y="0"/>
                      <a:pt x="11470" y="20"/>
                      <a:pt x="11437" y="50"/>
                    </a:cubicBezTo>
                    <a:cubicBezTo>
                      <a:pt x="11437" y="50"/>
                      <a:pt x="8598" y="2885"/>
                      <a:pt x="5758" y="5719"/>
                    </a:cubicBezTo>
                    <a:cubicBezTo>
                      <a:pt x="1" y="11470"/>
                      <a:pt x="1" y="11470"/>
                      <a:pt x="50" y="11586"/>
                    </a:cubicBezTo>
                    <a:lnTo>
                      <a:pt x="213" y="11520"/>
                    </a:lnTo>
                    <a:lnTo>
                      <a:pt x="338" y="11632"/>
                    </a:lnTo>
                    <a:cubicBezTo>
                      <a:pt x="505" y="11444"/>
                      <a:pt x="7767" y="4196"/>
                      <a:pt x="11628" y="341"/>
                    </a:cubicBezTo>
                    <a:lnTo>
                      <a:pt x="22842" y="341"/>
                    </a:lnTo>
                    <a:cubicBezTo>
                      <a:pt x="22935" y="341"/>
                      <a:pt x="23011" y="265"/>
                      <a:pt x="23011" y="170"/>
                    </a:cubicBezTo>
                    <a:cubicBezTo>
                      <a:pt x="23011" y="76"/>
                      <a:pt x="22935" y="0"/>
                      <a:pt x="228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52"/>
              <p:cNvSpPr/>
              <p:nvPr/>
            </p:nvSpPr>
            <p:spPr>
              <a:xfrm>
                <a:off x="2291225" y="2931375"/>
                <a:ext cx="73900" cy="34125"/>
              </a:xfrm>
              <a:custGeom>
                <a:rect b="b" l="l" r="r" t="t"/>
                <a:pathLst>
                  <a:path extrusionOk="0" h="1365" w="2956">
                    <a:moveTo>
                      <a:pt x="683" y="0"/>
                    </a:moveTo>
                    <a:cubicBezTo>
                      <a:pt x="306" y="0"/>
                      <a:pt x="1" y="306"/>
                      <a:pt x="1" y="683"/>
                    </a:cubicBezTo>
                    <a:cubicBezTo>
                      <a:pt x="1" y="1059"/>
                      <a:pt x="306" y="1365"/>
                      <a:pt x="683" y="1365"/>
                    </a:cubicBezTo>
                    <a:lnTo>
                      <a:pt x="2274" y="1365"/>
                    </a:lnTo>
                    <a:cubicBezTo>
                      <a:pt x="2650" y="1365"/>
                      <a:pt x="2955" y="1060"/>
                      <a:pt x="2956" y="683"/>
                    </a:cubicBezTo>
                    <a:cubicBezTo>
                      <a:pt x="2956" y="306"/>
                      <a:pt x="2650" y="0"/>
                      <a:pt x="2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52"/>
              <p:cNvSpPr/>
              <p:nvPr/>
            </p:nvSpPr>
            <p:spPr>
              <a:xfrm>
                <a:off x="2406000" y="2931375"/>
                <a:ext cx="99775" cy="34125"/>
              </a:xfrm>
              <a:custGeom>
                <a:rect b="b" l="l" r="r" t="t"/>
                <a:pathLst>
                  <a:path extrusionOk="0" h="1365" w="3991">
                    <a:moveTo>
                      <a:pt x="684" y="0"/>
                    </a:moveTo>
                    <a:cubicBezTo>
                      <a:pt x="308" y="0"/>
                      <a:pt x="1" y="306"/>
                      <a:pt x="1" y="683"/>
                    </a:cubicBezTo>
                    <a:cubicBezTo>
                      <a:pt x="1" y="1059"/>
                      <a:pt x="308" y="1365"/>
                      <a:pt x="684" y="1365"/>
                    </a:cubicBezTo>
                    <a:lnTo>
                      <a:pt x="3309" y="1365"/>
                    </a:lnTo>
                    <a:cubicBezTo>
                      <a:pt x="3685" y="1365"/>
                      <a:pt x="3991" y="1060"/>
                      <a:pt x="3991" y="683"/>
                    </a:cubicBezTo>
                    <a:cubicBezTo>
                      <a:pt x="3991" y="306"/>
                      <a:pt x="3685" y="0"/>
                      <a:pt x="33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52"/>
              <p:cNvSpPr/>
              <p:nvPr/>
            </p:nvSpPr>
            <p:spPr>
              <a:xfrm>
                <a:off x="2546650" y="2931375"/>
                <a:ext cx="73925" cy="34125"/>
              </a:xfrm>
              <a:custGeom>
                <a:rect b="b" l="l" r="r" t="t"/>
                <a:pathLst>
                  <a:path extrusionOk="0" h="1365" w="2957">
                    <a:moveTo>
                      <a:pt x="684" y="0"/>
                    </a:moveTo>
                    <a:cubicBezTo>
                      <a:pt x="306" y="0"/>
                      <a:pt x="1" y="306"/>
                      <a:pt x="1" y="683"/>
                    </a:cubicBezTo>
                    <a:cubicBezTo>
                      <a:pt x="1" y="1059"/>
                      <a:pt x="306" y="1365"/>
                      <a:pt x="684" y="1365"/>
                    </a:cubicBezTo>
                    <a:lnTo>
                      <a:pt x="2275" y="1365"/>
                    </a:lnTo>
                    <a:cubicBezTo>
                      <a:pt x="2651" y="1365"/>
                      <a:pt x="2957" y="1060"/>
                      <a:pt x="2957" y="683"/>
                    </a:cubicBezTo>
                    <a:cubicBezTo>
                      <a:pt x="2957" y="306"/>
                      <a:pt x="2651" y="0"/>
                      <a:pt x="22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52"/>
              <p:cNvSpPr/>
              <p:nvPr/>
            </p:nvSpPr>
            <p:spPr>
              <a:xfrm>
                <a:off x="1906550" y="3227925"/>
                <a:ext cx="563675" cy="151925"/>
              </a:xfrm>
              <a:custGeom>
                <a:rect b="b" l="l" r="r" t="t"/>
                <a:pathLst>
                  <a:path extrusionOk="0" h="6077" w="22547">
                    <a:moveTo>
                      <a:pt x="187" y="0"/>
                    </a:moveTo>
                    <a:cubicBezTo>
                      <a:pt x="144" y="0"/>
                      <a:pt x="100" y="17"/>
                      <a:pt x="67" y="50"/>
                    </a:cubicBezTo>
                    <a:cubicBezTo>
                      <a:pt x="1" y="118"/>
                      <a:pt x="1" y="225"/>
                      <a:pt x="67" y="292"/>
                    </a:cubicBezTo>
                    <a:lnTo>
                      <a:pt x="5802" y="6026"/>
                    </a:lnTo>
                    <a:cubicBezTo>
                      <a:pt x="5834" y="6059"/>
                      <a:pt x="5878" y="6076"/>
                      <a:pt x="5922" y="6076"/>
                    </a:cubicBezTo>
                    <a:lnTo>
                      <a:pt x="22376" y="6076"/>
                    </a:lnTo>
                    <a:cubicBezTo>
                      <a:pt x="22471" y="6076"/>
                      <a:pt x="22547" y="5999"/>
                      <a:pt x="22545" y="5904"/>
                    </a:cubicBezTo>
                    <a:cubicBezTo>
                      <a:pt x="22545" y="5811"/>
                      <a:pt x="22469" y="5735"/>
                      <a:pt x="22375" y="5735"/>
                    </a:cubicBezTo>
                    <a:lnTo>
                      <a:pt x="5992" y="5735"/>
                    </a:lnTo>
                    <a:lnTo>
                      <a:pt x="307" y="50"/>
                    </a:lnTo>
                    <a:cubicBezTo>
                      <a:pt x="274" y="17"/>
                      <a:pt x="230" y="0"/>
                      <a:pt x="1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52"/>
              <p:cNvSpPr/>
              <p:nvPr/>
            </p:nvSpPr>
            <p:spPr>
              <a:xfrm>
                <a:off x="2433925" y="3343500"/>
                <a:ext cx="64075" cy="64100"/>
              </a:xfrm>
              <a:custGeom>
                <a:rect b="b" l="l" r="r" t="t"/>
                <a:pathLst>
                  <a:path extrusionOk="0" h="2564" w="2563">
                    <a:moveTo>
                      <a:pt x="1281" y="1"/>
                    </a:moveTo>
                    <a:cubicBezTo>
                      <a:pt x="573" y="1"/>
                      <a:pt x="0" y="574"/>
                      <a:pt x="0" y="1283"/>
                    </a:cubicBezTo>
                    <a:cubicBezTo>
                      <a:pt x="0" y="1990"/>
                      <a:pt x="573" y="2563"/>
                      <a:pt x="1281" y="2563"/>
                    </a:cubicBezTo>
                    <a:cubicBezTo>
                      <a:pt x="1990" y="2563"/>
                      <a:pt x="2563" y="1990"/>
                      <a:pt x="2563" y="1283"/>
                    </a:cubicBezTo>
                    <a:cubicBezTo>
                      <a:pt x="2563" y="574"/>
                      <a:pt x="1990" y="1"/>
                      <a:pt x="12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52"/>
              <p:cNvSpPr/>
              <p:nvPr/>
            </p:nvSpPr>
            <p:spPr>
              <a:xfrm>
                <a:off x="1969350" y="2891575"/>
                <a:ext cx="113700" cy="113725"/>
              </a:xfrm>
              <a:custGeom>
                <a:rect b="b" l="l" r="r" t="t"/>
                <a:pathLst>
                  <a:path extrusionOk="0" h="4549" w="4548">
                    <a:moveTo>
                      <a:pt x="2274" y="1"/>
                    </a:moveTo>
                    <a:cubicBezTo>
                      <a:pt x="1019" y="1"/>
                      <a:pt x="1" y="1019"/>
                      <a:pt x="1" y="2274"/>
                    </a:cubicBezTo>
                    <a:cubicBezTo>
                      <a:pt x="1" y="3530"/>
                      <a:pt x="1019" y="4548"/>
                      <a:pt x="2274" y="4548"/>
                    </a:cubicBezTo>
                    <a:cubicBezTo>
                      <a:pt x="3530" y="4548"/>
                      <a:pt x="4547" y="3530"/>
                      <a:pt x="4547" y="2274"/>
                    </a:cubicBezTo>
                    <a:cubicBezTo>
                      <a:pt x="4547" y="1019"/>
                      <a:pt x="3530" y="1"/>
                      <a:pt x="22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52"/>
              <p:cNvSpPr/>
              <p:nvPr/>
            </p:nvSpPr>
            <p:spPr>
              <a:xfrm>
                <a:off x="1442275" y="3175350"/>
                <a:ext cx="113725" cy="113725"/>
              </a:xfrm>
              <a:custGeom>
                <a:rect b="b" l="l" r="r" t="t"/>
                <a:pathLst>
                  <a:path extrusionOk="0" h="4549" w="4549">
                    <a:moveTo>
                      <a:pt x="2275" y="1"/>
                    </a:moveTo>
                    <a:cubicBezTo>
                      <a:pt x="1020" y="1"/>
                      <a:pt x="1" y="1019"/>
                      <a:pt x="1" y="2275"/>
                    </a:cubicBezTo>
                    <a:cubicBezTo>
                      <a:pt x="1" y="3531"/>
                      <a:pt x="1020" y="4548"/>
                      <a:pt x="2275" y="4548"/>
                    </a:cubicBezTo>
                    <a:cubicBezTo>
                      <a:pt x="3531" y="4548"/>
                      <a:pt x="4549" y="3531"/>
                      <a:pt x="4549" y="2275"/>
                    </a:cubicBezTo>
                    <a:cubicBezTo>
                      <a:pt x="4549" y="1019"/>
                      <a:pt x="3531" y="1"/>
                      <a:pt x="22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52"/>
              <p:cNvSpPr/>
              <p:nvPr/>
            </p:nvSpPr>
            <p:spPr>
              <a:xfrm>
                <a:off x="1992225" y="3318725"/>
                <a:ext cx="124775" cy="113650"/>
              </a:xfrm>
              <a:custGeom>
                <a:rect b="b" l="l" r="r" t="t"/>
                <a:pathLst>
                  <a:path extrusionOk="0" h="4546" w="4991">
                    <a:moveTo>
                      <a:pt x="2496" y="0"/>
                    </a:moveTo>
                    <a:cubicBezTo>
                      <a:pt x="1914" y="0"/>
                      <a:pt x="1332" y="222"/>
                      <a:pt x="888" y="666"/>
                    </a:cubicBezTo>
                    <a:cubicBezTo>
                      <a:pt x="0" y="1553"/>
                      <a:pt x="0" y="2993"/>
                      <a:pt x="888" y="3880"/>
                    </a:cubicBezTo>
                    <a:cubicBezTo>
                      <a:pt x="1332" y="4324"/>
                      <a:pt x="1914" y="4546"/>
                      <a:pt x="2496" y="4546"/>
                    </a:cubicBezTo>
                    <a:cubicBezTo>
                      <a:pt x="3078" y="4546"/>
                      <a:pt x="3660" y="4324"/>
                      <a:pt x="4103" y="3880"/>
                    </a:cubicBezTo>
                    <a:cubicBezTo>
                      <a:pt x="4990" y="2993"/>
                      <a:pt x="4990" y="1554"/>
                      <a:pt x="4103" y="666"/>
                    </a:cubicBezTo>
                    <a:cubicBezTo>
                      <a:pt x="3660" y="222"/>
                      <a:pt x="3078" y="0"/>
                      <a:pt x="24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52"/>
              <p:cNvSpPr/>
              <p:nvPr/>
            </p:nvSpPr>
            <p:spPr>
              <a:xfrm>
                <a:off x="1685600" y="3175350"/>
                <a:ext cx="113675" cy="113725"/>
              </a:xfrm>
              <a:custGeom>
                <a:rect b="b" l="l" r="r" t="t"/>
                <a:pathLst>
                  <a:path extrusionOk="0" h="4549" w="4547">
                    <a:moveTo>
                      <a:pt x="2273" y="1"/>
                    </a:moveTo>
                    <a:cubicBezTo>
                      <a:pt x="1018" y="1"/>
                      <a:pt x="0" y="1019"/>
                      <a:pt x="0" y="2275"/>
                    </a:cubicBezTo>
                    <a:cubicBezTo>
                      <a:pt x="0" y="3531"/>
                      <a:pt x="1018" y="4548"/>
                      <a:pt x="2273" y="4548"/>
                    </a:cubicBezTo>
                    <a:cubicBezTo>
                      <a:pt x="3529" y="4548"/>
                      <a:pt x="4547" y="3531"/>
                      <a:pt x="4547" y="2275"/>
                    </a:cubicBezTo>
                    <a:cubicBezTo>
                      <a:pt x="4547" y="1019"/>
                      <a:pt x="3529" y="1"/>
                      <a:pt x="22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6" name="Google Shape;356;p52"/>
          <p:cNvSpPr txBox="1"/>
          <p:nvPr>
            <p:ph hasCustomPrompt="1" type="title"/>
          </p:nvPr>
        </p:nvSpPr>
        <p:spPr>
          <a:xfrm>
            <a:off x="713225" y="1750725"/>
            <a:ext cx="62751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57" name="Google Shape;357;p52"/>
          <p:cNvSpPr txBox="1"/>
          <p:nvPr>
            <p:ph idx="1" type="subTitle"/>
          </p:nvPr>
        </p:nvSpPr>
        <p:spPr>
          <a:xfrm>
            <a:off x="713225" y="3074825"/>
            <a:ext cx="6275100" cy="44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53"/>
          <p:cNvPicPr preferRelativeResize="0"/>
          <p:nvPr/>
        </p:nvPicPr>
        <p:blipFill rotWithShape="1">
          <a:blip r:embed="rId2">
            <a:alphaModFix amt="49000"/>
          </a:blip>
          <a:srcRect b="0" l="0" r="0" t="0"/>
          <a:stretch/>
        </p:blipFill>
        <p:spPr>
          <a:xfrm flipH="1" rot="10800000"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61" name="Google Shape;361;p53"/>
          <p:cNvGrpSpPr/>
          <p:nvPr/>
        </p:nvGrpSpPr>
        <p:grpSpPr>
          <a:xfrm>
            <a:off x="130659" y="309656"/>
            <a:ext cx="8900286" cy="4910067"/>
            <a:chOff x="130659" y="309656"/>
            <a:chExt cx="8900286" cy="4910067"/>
          </a:xfrm>
        </p:grpSpPr>
        <p:grpSp>
          <p:nvGrpSpPr>
            <p:cNvPr id="362" name="Google Shape;362;p53"/>
            <p:cNvGrpSpPr/>
            <p:nvPr/>
          </p:nvGrpSpPr>
          <p:grpSpPr>
            <a:xfrm>
              <a:off x="130659" y="309656"/>
              <a:ext cx="1165116" cy="459680"/>
              <a:chOff x="1442275" y="2891575"/>
              <a:chExt cx="1370725" cy="540800"/>
            </a:xfrm>
          </p:grpSpPr>
          <p:sp>
            <p:nvSpPr>
              <p:cNvPr id="363" name="Google Shape;363;p53"/>
              <p:cNvSpPr/>
              <p:nvPr/>
            </p:nvSpPr>
            <p:spPr>
              <a:xfrm>
                <a:off x="1494900" y="3227975"/>
                <a:ext cx="629300" cy="8500"/>
              </a:xfrm>
              <a:custGeom>
                <a:rect b="b" l="l" r="r" t="t"/>
                <a:pathLst>
                  <a:path extrusionOk="0" h="340" w="25172">
                    <a:moveTo>
                      <a:pt x="170" y="0"/>
                    </a:moveTo>
                    <a:cubicBezTo>
                      <a:pt x="76" y="0"/>
                      <a:pt x="1" y="76"/>
                      <a:pt x="1" y="170"/>
                    </a:cubicBezTo>
                    <a:cubicBezTo>
                      <a:pt x="1" y="263"/>
                      <a:pt x="76" y="340"/>
                      <a:pt x="170" y="340"/>
                    </a:cubicBezTo>
                    <a:lnTo>
                      <a:pt x="25003" y="340"/>
                    </a:lnTo>
                    <a:cubicBezTo>
                      <a:pt x="25097" y="340"/>
                      <a:pt x="25171" y="263"/>
                      <a:pt x="25171" y="170"/>
                    </a:cubicBezTo>
                    <a:cubicBezTo>
                      <a:pt x="25171" y="76"/>
                      <a:pt x="25095" y="0"/>
                      <a:pt x="250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53"/>
              <p:cNvSpPr/>
              <p:nvPr/>
            </p:nvSpPr>
            <p:spPr>
              <a:xfrm>
                <a:off x="2087875" y="3200175"/>
                <a:ext cx="64150" cy="64100"/>
              </a:xfrm>
              <a:custGeom>
                <a:rect b="b" l="l" r="r" t="t"/>
                <a:pathLst>
                  <a:path extrusionOk="0" h="2564" w="2566">
                    <a:moveTo>
                      <a:pt x="1284" y="0"/>
                    </a:moveTo>
                    <a:cubicBezTo>
                      <a:pt x="576" y="0"/>
                      <a:pt x="3" y="574"/>
                      <a:pt x="3" y="1282"/>
                    </a:cubicBezTo>
                    <a:cubicBezTo>
                      <a:pt x="1" y="1989"/>
                      <a:pt x="576" y="2564"/>
                      <a:pt x="1284" y="2564"/>
                    </a:cubicBezTo>
                    <a:cubicBezTo>
                      <a:pt x="1993" y="2564"/>
                      <a:pt x="2566" y="1990"/>
                      <a:pt x="2566" y="1282"/>
                    </a:cubicBezTo>
                    <a:cubicBezTo>
                      <a:pt x="2566" y="574"/>
                      <a:pt x="1993" y="0"/>
                      <a:pt x="1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53"/>
              <p:cNvSpPr/>
              <p:nvPr/>
            </p:nvSpPr>
            <p:spPr>
              <a:xfrm>
                <a:off x="2599250" y="2944225"/>
                <a:ext cx="185975" cy="8500"/>
              </a:xfrm>
              <a:custGeom>
                <a:rect b="b" l="l" r="r" t="t"/>
                <a:pathLst>
                  <a:path extrusionOk="0" h="340" w="7439">
                    <a:moveTo>
                      <a:pt x="171" y="1"/>
                    </a:moveTo>
                    <a:cubicBezTo>
                      <a:pt x="77" y="1"/>
                      <a:pt x="1" y="77"/>
                      <a:pt x="1" y="170"/>
                    </a:cubicBezTo>
                    <a:cubicBezTo>
                      <a:pt x="1" y="264"/>
                      <a:pt x="77" y="340"/>
                      <a:pt x="171" y="340"/>
                    </a:cubicBezTo>
                    <a:lnTo>
                      <a:pt x="7268" y="340"/>
                    </a:lnTo>
                    <a:cubicBezTo>
                      <a:pt x="7362" y="340"/>
                      <a:pt x="7439" y="264"/>
                      <a:pt x="7439" y="170"/>
                    </a:cubicBezTo>
                    <a:cubicBezTo>
                      <a:pt x="7439" y="77"/>
                      <a:pt x="7362" y="1"/>
                      <a:pt x="72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53"/>
              <p:cNvSpPr/>
              <p:nvPr/>
            </p:nvSpPr>
            <p:spPr>
              <a:xfrm>
                <a:off x="2748900" y="2916400"/>
                <a:ext cx="64100" cy="64075"/>
              </a:xfrm>
              <a:custGeom>
                <a:rect b="b" l="l" r="r" t="t"/>
                <a:pathLst>
                  <a:path extrusionOk="0" h="2563" w="2564">
                    <a:moveTo>
                      <a:pt x="1282" y="0"/>
                    </a:moveTo>
                    <a:cubicBezTo>
                      <a:pt x="574" y="0"/>
                      <a:pt x="0" y="573"/>
                      <a:pt x="0" y="1281"/>
                    </a:cubicBezTo>
                    <a:cubicBezTo>
                      <a:pt x="0" y="1990"/>
                      <a:pt x="574" y="2563"/>
                      <a:pt x="1282" y="2563"/>
                    </a:cubicBezTo>
                    <a:cubicBezTo>
                      <a:pt x="1990" y="2563"/>
                      <a:pt x="2564" y="1990"/>
                      <a:pt x="2564" y="1281"/>
                    </a:cubicBezTo>
                    <a:cubicBezTo>
                      <a:pt x="2564" y="573"/>
                      <a:pt x="1990" y="0"/>
                      <a:pt x="12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53"/>
              <p:cNvSpPr/>
              <p:nvPr/>
            </p:nvSpPr>
            <p:spPr>
              <a:xfrm>
                <a:off x="1737250" y="2944150"/>
                <a:ext cx="575300" cy="290800"/>
              </a:xfrm>
              <a:custGeom>
                <a:rect b="b" l="l" r="r" t="t"/>
                <a:pathLst>
                  <a:path extrusionOk="0" h="11632" w="23012">
                    <a:moveTo>
                      <a:pt x="11558" y="0"/>
                    </a:moveTo>
                    <a:cubicBezTo>
                      <a:pt x="11512" y="0"/>
                      <a:pt x="11470" y="20"/>
                      <a:pt x="11437" y="50"/>
                    </a:cubicBezTo>
                    <a:cubicBezTo>
                      <a:pt x="11437" y="50"/>
                      <a:pt x="8598" y="2885"/>
                      <a:pt x="5758" y="5719"/>
                    </a:cubicBezTo>
                    <a:cubicBezTo>
                      <a:pt x="1" y="11470"/>
                      <a:pt x="1" y="11470"/>
                      <a:pt x="50" y="11586"/>
                    </a:cubicBezTo>
                    <a:lnTo>
                      <a:pt x="213" y="11520"/>
                    </a:lnTo>
                    <a:lnTo>
                      <a:pt x="338" y="11632"/>
                    </a:lnTo>
                    <a:cubicBezTo>
                      <a:pt x="505" y="11444"/>
                      <a:pt x="7767" y="4196"/>
                      <a:pt x="11628" y="341"/>
                    </a:cubicBezTo>
                    <a:lnTo>
                      <a:pt x="22842" y="341"/>
                    </a:lnTo>
                    <a:cubicBezTo>
                      <a:pt x="22935" y="341"/>
                      <a:pt x="23011" y="265"/>
                      <a:pt x="23011" y="170"/>
                    </a:cubicBezTo>
                    <a:cubicBezTo>
                      <a:pt x="23011" y="76"/>
                      <a:pt x="22935" y="0"/>
                      <a:pt x="228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53"/>
              <p:cNvSpPr/>
              <p:nvPr/>
            </p:nvSpPr>
            <p:spPr>
              <a:xfrm>
                <a:off x="2291225" y="2931375"/>
                <a:ext cx="73900" cy="34125"/>
              </a:xfrm>
              <a:custGeom>
                <a:rect b="b" l="l" r="r" t="t"/>
                <a:pathLst>
                  <a:path extrusionOk="0" h="1365" w="2956">
                    <a:moveTo>
                      <a:pt x="683" y="0"/>
                    </a:moveTo>
                    <a:cubicBezTo>
                      <a:pt x="306" y="0"/>
                      <a:pt x="1" y="306"/>
                      <a:pt x="1" y="683"/>
                    </a:cubicBezTo>
                    <a:cubicBezTo>
                      <a:pt x="1" y="1059"/>
                      <a:pt x="306" y="1365"/>
                      <a:pt x="683" y="1365"/>
                    </a:cubicBezTo>
                    <a:lnTo>
                      <a:pt x="2274" y="1365"/>
                    </a:lnTo>
                    <a:cubicBezTo>
                      <a:pt x="2650" y="1365"/>
                      <a:pt x="2955" y="1060"/>
                      <a:pt x="2956" y="683"/>
                    </a:cubicBezTo>
                    <a:cubicBezTo>
                      <a:pt x="2956" y="306"/>
                      <a:pt x="2650" y="0"/>
                      <a:pt x="2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53"/>
              <p:cNvSpPr/>
              <p:nvPr/>
            </p:nvSpPr>
            <p:spPr>
              <a:xfrm>
                <a:off x="2406000" y="2931375"/>
                <a:ext cx="99775" cy="34125"/>
              </a:xfrm>
              <a:custGeom>
                <a:rect b="b" l="l" r="r" t="t"/>
                <a:pathLst>
                  <a:path extrusionOk="0" h="1365" w="3991">
                    <a:moveTo>
                      <a:pt x="684" y="0"/>
                    </a:moveTo>
                    <a:cubicBezTo>
                      <a:pt x="308" y="0"/>
                      <a:pt x="1" y="306"/>
                      <a:pt x="1" y="683"/>
                    </a:cubicBezTo>
                    <a:cubicBezTo>
                      <a:pt x="1" y="1059"/>
                      <a:pt x="308" y="1365"/>
                      <a:pt x="684" y="1365"/>
                    </a:cubicBezTo>
                    <a:lnTo>
                      <a:pt x="3309" y="1365"/>
                    </a:lnTo>
                    <a:cubicBezTo>
                      <a:pt x="3685" y="1365"/>
                      <a:pt x="3991" y="1060"/>
                      <a:pt x="3991" y="683"/>
                    </a:cubicBezTo>
                    <a:cubicBezTo>
                      <a:pt x="3991" y="306"/>
                      <a:pt x="3685" y="0"/>
                      <a:pt x="33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53"/>
              <p:cNvSpPr/>
              <p:nvPr/>
            </p:nvSpPr>
            <p:spPr>
              <a:xfrm>
                <a:off x="2546650" y="2931375"/>
                <a:ext cx="73925" cy="34125"/>
              </a:xfrm>
              <a:custGeom>
                <a:rect b="b" l="l" r="r" t="t"/>
                <a:pathLst>
                  <a:path extrusionOk="0" h="1365" w="2957">
                    <a:moveTo>
                      <a:pt x="684" y="0"/>
                    </a:moveTo>
                    <a:cubicBezTo>
                      <a:pt x="306" y="0"/>
                      <a:pt x="1" y="306"/>
                      <a:pt x="1" y="683"/>
                    </a:cubicBezTo>
                    <a:cubicBezTo>
                      <a:pt x="1" y="1059"/>
                      <a:pt x="306" y="1365"/>
                      <a:pt x="684" y="1365"/>
                    </a:cubicBezTo>
                    <a:lnTo>
                      <a:pt x="2275" y="1365"/>
                    </a:lnTo>
                    <a:cubicBezTo>
                      <a:pt x="2651" y="1365"/>
                      <a:pt x="2957" y="1060"/>
                      <a:pt x="2957" y="683"/>
                    </a:cubicBezTo>
                    <a:cubicBezTo>
                      <a:pt x="2957" y="306"/>
                      <a:pt x="2651" y="0"/>
                      <a:pt x="22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53"/>
              <p:cNvSpPr/>
              <p:nvPr/>
            </p:nvSpPr>
            <p:spPr>
              <a:xfrm>
                <a:off x="1906550" y="3227925"/>
                <a:ext cx="563675" cy="151925"/>
              </a:xfrm>
              <a:custGeom>
                <a:rect b="b" l="l" r="r" t="t"/>
                <a:pathLst>
                  <a:path extrusionOk="0" h="6077" w="22547">
                    <a:moveTo>
                      <a:pt x="187" y="0"/>
                    </a:moveTo>
                    <a:cubicBezTo>
                      <a:pt x="144" y="0"/>
                      <a:pt x="100" y="17"/>
                      <a:pt x="67" y="50"/>
                    </a:cubicBezTo>
                    <a:cubicBezTo>
                      <a:pt x="1" y="118"/>
                      <a:pt x="1" y="225"/>
                      <a:pt x="67" y="292"/>
                    </a:cubicBezTo>
                    <a:lnTo>
                      <a:pt x="5802" y="6026"/>
                    </a:lnTo>
                    <a:cubicBezTo>
                      <a:pt x="5834" y="6059"/>
                      <a:pt x="5878" y="6076"/>
                      <a:pt x="5922" y="6076"/>
                    </a:cubicBezTo>
                    <a:lnTo>
                      <a:pt x="22376" y="6076"/>
                    </a:lnTo>
                    <a:cubicBezTo>
                      <a:pt x="22471" y="6076"/>
                      <a:pt x="22547" y="5999"/>
                      <a:pt x="22545" y="5904"/>
                    </a:cubicBezTo>
                    <a:cubicBezTo>
                      <a:pt x="22545" y="5811"/>
                      <a:pt x="22469" y="5735"/>
                      <a:pt x="22375" y="5735"/>
                    </a:cubicBezTo>
                    <a:lnTo>
                      <a:pt x="5992" y="5735"/>
                    </a:lnTo>
                    <a:lnTo>
                      <a:pt x="307" y="50"/>
                    </a:lnTo>
                    <a:cubicBezTo>
                      <a:pt x="274" y="17"/>
                      <a:pt x="230" y="0"/>
                      <a:pt x="1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53"/>
              <p:cNvSpPr/>
              <p:nvPr/>
            </p:nvSpPr>
            <p:spPr>
              <a:xfrm>
                <a:off x="2433925" y="3343500"/>
                <a:ext cx="64075" cy="64100"/>
              </a:xfrm>
              <a:custGeom>
                <a:rect b="b" l="l" r="r" t="t"/>
                <a:pathLst>
                  <a:path extrusionOk="0" h="2564" w="2563">
                    <a:moveTo>
                      <a:pt x="1281" y="1"/>
                    </a:moveTo>
                    <a:cubicBezTo>
                      <a:pt x="573" y="1"/>
                      <a:pt x="0" y="574"/>
                      <a:pt x="0" y="1283"/>
                    </a:cubicBezTo>
                    <a:cubicBezTo>
                      <a:pt x="0" y="1990"/>
                      <a:pt x="573" y="2563"/>
                      <a:pt x="1281" y="2563"/>
                    </a:cubicBezTo>
                    <a:cubicBezTo>
                      <a:pt x="1990" y="2563"/>
                      <a:pt x="2563" y="1990"/>
                      <a:pt x="2563" y="1283"/>
                    </a:cubicBezTo>
                    <a:cubicBezTo>
                      <a:pt x="2563" y="574"/>
                      <a:pt x="1990" y="1"/>
                      <a:pt x="12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53"/>
              <p:cNvSpPr/>
              <p:nvPr/>
            </p:nvSpPr>
            <p:spPr>
              <a:xfrm>
                <a:off x="1969350" y="2891575"/>
                <a:ext cx="113700" cy="113725"/>
              </a:xfrm>
              <a:custGeom>
                <a:rect b="b" l="l" r="r" t="t"/>
                <a:pathLst>
                  <a:path extrusionOk="0" h="4549" w="4548">
                    <a:moveTo>
                      <a:pt x="2274" y="1"/>
                    </a:moveTo>
                    <a:cubicBezTo>
                      <a:pt x="1019" y="1"/>
                      <a:pt x="1" y="1019"/>
                      <a:pt x="1" y="2274"/>
                    </a:cubicBezTo>
                    <a:cubicBezTo>
                      <a:pt x="1" y="3530"/>
                      <a:pt x="1019" y="4548"/>
                      <a:pt x="2274" y="4548"/>
                    </a:cubicBezTo>
                    <a:cubicBezTo>
                      <a:pt x="3530" y="4548"/>
                      <a:pt x="4547" y="3530"/>
                      <a:pt x="4547" y="2274"/>
                    </a:cubicBezTo>
                    <a:cubicBezTo>
                      <a:pt x="4547" y="1019"/>
                      <a:pt x="3530" y="1"/>
                      <a:pt x="22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53"/>
              <p:cNvSpPr/>
              <p:nvPr/>
            </p:nvSpPr>
            <p:spPr>
              <a:xfrm>
                <a:off x="1442275" y="3175350"/>
                <a:ext cx="113725" cy="113725"/>
              </a:xfrm>
              <a:custGeom>
                <a:rect b="b" l="l" r="r" t="t"/>
                <a:pathLst>
                  <a:path extrusionOk="0" h="4549" w="4549">
                    <a:moveTo>
                      <a:pt x="2275" y="1"/>
                    </a:moveTo>
                    <a:cubicBezTo>
                      <a:pt x="1020" y="1"/>
                      <a:pt x="1" y="1019"/>
                      <a:pt x="1" y="2275"/>
                    </a:cubicBezTo>
                    <a:cubicBezTo>
                      <a:pt x="1" y="3531"/>
                      <a:pt x="1020" y="4548"/>
                      <a:pt x="2275" y="4548"/>
                    </a:cubicBezTo>
                    <a:cubicBezTo>
                      <a:pt x="3531" y="4548"/>
                      <a:pt x="4549" y="3531"/>
                      <a:pt x="4549" y="2275"/>
                    </a:cubicBezTo>
                    <a:cubicBezTo>
                      <a:pt x="4549" y="1019"/>
                      <a:pt x="3531" y="1"/>
                      <a:pt x="22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53"/>
              <p:cNvSpPr/>
              <p:nvPr/>
            </p:nvSpPr>
            <p:spPr>
              <a:xfrm>
                <a:off x="1992225" y="3318725"/>
                <a:ext cx="124775" cy="113650"/>
              </a:xfrm>
              <a:custGeom>
                <a:rect b="b" l="l" r="r" t="t"/>
                <a:pathLst>
                  <a:path extrusionOk="0" h="4546" w="4991">
                    <a:moveTo>
                      <a:pt x="2496" y="0"/>
                    </a:moveTo>
                    <a:cubicBezTo>
                      <a:pt x="1914" y="0"/>
                      <a:pt x="1332" y="222"/>
                      <a:pt x="888" y="666"/>
                    </a:cubicBezTo>
                    <a:cubicBezTo>
                      <a:pt x="0" y="1553"/>
                      <a:pt x="0" y="2993"/>
                      <a:pt x="888" y="3880"/>
                    </a:cubicBezTo>
                    <a:cubicBezTo>
                      <a:pt x="1332" y="4324"/>
                      <a:pt x="1914" y="4546"/>
                      <a:pt x="2496" y="4546"/>
                    </a:cubicBezTo>
                    <a:cubicBezTo>
                      <a:pt x="3078" y="4546"/>
                      <a:pt x="3660" y="4324"/>
                      <a:pt x="4103" y="3880"/>
                    </a:cubicBezTo>
                    <a:cubicBezTo>
                      <a:pt x="4990" y="2993"/>
                      <a:pt x="4990" y="1554"/>
                      <a:pt x="4103" y="666"/>
                    </a:cubicBezTo>
                    <a:cubicBezTo>
                      <a:pt x="3660" y="222"/>
                      <a:pt x="3078" y="0"/>
                      <a:pt x="24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53"/>
              <p:cNvSpPr/>
              <p:nvPr/>
            </p:nvSpPr>
            <p:spPr>
              <a:xfrm>
                <a:off x="1685600" y="3175350"/>
                <a:ext cx="113675" cy="113725"/>
              </a:xfrm>
              <a:custGeom>
                <a:rect b="b" l="l" r="r" t="t"/>
                <a:pathLst>
                  <a:path extrusionOk="0" h="4549" w="4547">
                    <a:moveTo>
                      <a:pt x="2273" y="1"/>
                    </a:moveTo>
                    <a:cubicBezTo>
                      <a:pt x="1018" y="1"/>
                      <a:pt x="0" y="1019"/>
                      <a:pt x="0" y="2275"/>
                    </a:cubicBezTo>
                    <a:cubicBezTo>
                      <a:pt x="0" y="3531"/>
                      <a:pt x="1018" y="4548"/>
                      <a:pt x="2273" y="4548"/>
                    </a:cubicBezTo>
                    <a:cubicBezTo>
                      <a:pt x="3529" y="4548"/>
                      <a:pt x="4547" y="3531"/>
                      <a:pt x="4547" y="2275"/>
                    </a:cubicBezTo>
                    <a:cubicBezTo>
                      <a:pt x="4547" y="1019"/>
                      <a:pt x="3529" y="1"/>
                      <a:pt x="22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7" name="Google Shape;377;p53"/>
            <p:cNvGrpSpPr/>
            <p:nvPr/>
          </p:nvGrpSpPr>
          <p:grpSpPr>
            <a:xfrm rot="-5400000">
              <a:off x="7589864" y="3778642"/>
              <a:ext cx="2454188" cy="427974"/>
              <a:chOff x="4249200" y="1851850"/>
              <a:chExt cx="2083175" cy="363275"/>
            </a:xfrm>
          </p:grpSpPr>
          <p:sp>
            <p:nvSpPr>
              <p:cNvPr id="378" name="Google Shape;378;p53"/>
              <p:cNvSpPr/>
              <p:nvPr/>
            </p:nvSpPr>
            <p:spPr>
              <a:xfrm>
                <a:off x="4308925" y="2086325"/>
                <a:ext cx="1707600" cy="128800"/>
              </a:xfrm>
              <a:custGeom>
                <a:rect b="b" l="l" r="r" t="t"/>
                <a:pathLst>
                  <a:path extrusionOk="0" h="5152" w="68304">
                    <a:moveTo>
                      <a:pt x="32499" y="1"/>
                    </a:moveTo>
                    <a:lnTo>
                      <a:pt x="27650" y="4851"/>
                    </a:lnTo>
                    <a:lnTo>
                      <a:pt x="0" y="4851"/>
                    </a:lnTo>
                    <a:lnTo>
                      <a:pt x="0" y="5152"/>
                    </a:lnTo>
                    <a:lnTo>
                      <a:pt x="27775" y="5152"/>
                    </a:lnTo>
                    <a:lnTo>
                      <a:pt x="32624" y="302"/>
                    </a:lnTo>
                    <a:lnTo>
                      <a:pt x="68303" y="302"/>
                    </a:lnTo>
                    <a:lnTo>
                      <a:pt x="683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53"/>
              <p:cNvSpPr/>
              <p:nvPr/>
            </p:nvSpPr>
            <p:spPr>
              <a:xfrm>
                <a:off x="4249200" y="1888950"/>
                <a:ext cx="1901425" cy="255925"/>
              </a:xfrm>
              <a:custGeom>
                <a:rect b="b" l="l" r="r" t="t"/>
                <a:pathLst>
                  <a:path extrusionOk="0" h="10237" w="76057">
                    <a:moveTo>
                      <a:pt x="56808" y="0"/>
                    </a:moveTo>
                    <a:lnTo>
                      <a:pt x="46873" y="9935"/>
                    </a:lnTo>
                    <a:lnTo>
                      <a:pt x="27055" y="9935"/>
                    </a:lnTo>
                    <a:lnTo>
                      <a:pt x="22244" y="5124"/>
                    </a:lnTo>
                    <a:lnTo>
                      <a:pt x="1" y="5124"/>
                    </a:lnTo>
                    <a:lnTo>
                      <a:pt x="1" y="5425"/>
                    </a:lnTo>
                    <a:lnTo>
                      <a:pt x="22119" y="5425"/>
                    </a:lnTo>
                    <a:lnTo>
                      <a:pt x="26930" y="10237"/>
                    </a:lnTo>
                    <a:lnTo>
                      <a:pt x="46998" y="10237"/>
                    </a:lnTo>
                    <a:lnTo>
                      <a:pt x="56933" y="301"/>
                    </a:lnTo>
                    <a:lnTo>
                      <a:pt x="76056" y="301"/>
                    </a:lnTo>
                    <a:lnTo>
                      <a:pt x="7605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53"/>
              <p:cNvSpPr/>
              <p:nvPr/>
            </p:nvSpPr>
            <p:spPr>
              <a:xfrm>
                <a:off x="5884550" y="1851850"/>
                <a:ext cx="70825" cy="81775"/>
              </a:xfrm>
              <a:custGeom>
                <a:rect b="b" l="l" r="r" t="t"/>
                <a:pathLst>
                  <a:path extrusionOk="0" h="3271" w="2833">
                    <a:moveTo>
                      <a:pt x="0" y="0"/>
                    </a:moveTo>
                    <a:lnTo>
                      <a:pt x="0" y="3270"/>
                    </a:lnTo>
                    <a:lnTo>
                      <a:pt x="2832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53"/>
              <p:cNvSpPr/>
              <p:nvPr/>
            </p:nvSpPr>
            <p:spPr>
              <a:xfrm>
                <a:off x="5978825" y="1851850"/>
                <a:ext cx="70775" cy="81775"/>
              </a:xfrm>
              <a:custGeom>
                <a:rect b="b" l="l" r="r" t="t"/>
                <a:pathLst>
                  <a:path extrusionOk="0" h="3271" w="2831">
                    <a:moveTo>
                      <a:pt x="0" y="0"/>
                    </a:moveTo>
                    <a:lnTo>
                      <a:pt x="0" y="3270"/>
                    </a:lnTo>
                    <a:lnTo>
                      <a:pt x="2830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53"/>
              <p:cNvSpPr/>
              <p:nvPr/>
            </p:nvSpPr>
            <p:spPr>
              <a:xfrm>
                <a:off x="6073075" y="1851850"/>
                <a:ext cx="70800" cy="81775"/>
              </a:xfrm>
              <a:custGeom>
                <a:rect b="b" l="l" r="r" t="t"/>
                <a:pathLst>
                  <a:path extrusionOk="0" h="3271" w="2832">
                    <a:moveTo>
                      <a:pt x="1" y="0"/>
                    </a:moveTo>
                    <a:lnTo>
                      <a:pt x="1" y="3270"/>
                    </a:lnTo>
                    <a:lnTo>
                      <a:pt x="2832" y="16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53"/>
              <p:cNvSpPr/>
              <p:nvPr/>
            </p:nvSpPr>
            <p:spPr>
              <a:xfrm>
                <a:off x="6167325" y="1851850"/>
                <a:ext cx="70825" cy="81775"/>
              </a:xfrm>
              <a:custGeom>
                <a:rect b="b" l="l" r="r" t="t"/>
                <a:pathLst>
                  <a:path extrusionOk="0" h="3271" w="2833">
                    <a:moveTo>
                      <a:pt x="1" y="0"/>
                    </a:moveTo>
                    <a:lnTo>
                      <a:pt x="1" y="3270"/>
                    </a:lnTo>
                    <a:lnTo>
                      <a:pt x="2833" y="16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53"/>
              <p:cNvSpPr/>
              <p:nvPr/>
            </p:nvSpPr>
            <p:spPr>
              <a:xfrm>
                <a:off x="6261625" y="1851850"/>
                <a:ext cx="70750" cy="81775"/>
              </a:xfrm>
              <a:custGeom>
                <a:rect b="b" l="l" r="r" t="t"/>
                <a:pathLst>
                  <a:path extrusionOk="0" h="3271" w="2830">
                    <a:moveTo>
                      <a:pt x="0" y="0"/>
                    </a:moveTo>
                    <a:lnTo>
                      <a:pt x="0" y="3270"/>
                    </a:lnTo>
                    <a:lnTo>
                      <a:pt x="2830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54"/>
          <p:cNvPicPr preferRelativeResize="0"/>
          <p:nvPr/>
        </p:nvPicPr>
        <p:blipFill rotWithShape="1">
          <a:blip r:embed="rId2">
            <a:alphaModFix amt="51000"/>
          </a:blip>
          <a:srcRect b="0" l="0" r="0" t="0"/>
          <a:stretch/>
        </p:blipFill>
        <p:spPr>
          <a:xfrm flipH="1"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88" name="Google Shape;388;p54"/>
          <p:cNvGrpSpPr/>
          <p:nvPr/>
        </p:nvGrpSpPr>
        <p:grpSpPr>
          <a:xfrm rot="5400000">
            <a:off x="7605912" y="1048130"/>
            <a:ext cx="2383645" cy="287406"/>
            <a:chOff x="4285100" y="1725050"/>
            <a:chExt cx="1548425" cy="186700"/>
          </a:xfrm>
        </p:grpSpPr>
        <p:sp>
          <p:nvSpPr>
            <p:cNvPr id="389" name="Google Shape;389;p54"/>
            <p:cNvSpPr/>
            <p:nvPr/>
          </p:nvSpPr>
          <p:spPr>
            <a:xfrm>
              <a:off x="4285100" y="1725050"/>
              <a:ext cx="1548425" cy="186700"/>
            </a:xfrm>
            <a:custGeom>
              <a:rect b="b" l="l" r="r" t="t"/>
              <a:pathLst>
                <a:path extrusionOk="0" h="7468" w="61937">
                  <a:moveTo>
                    <a:pt x="38840" y="1"/>
                  </a:moveTo>
                  <a:lnTo>
                    <a:pt x="31676" y="7165"/>
                  </a:lnTo>
                  <a:lnTo>
                    <a:pt x="1" y="7165"/>
                  </a:lnTo>
                  <a:lnTo>
                    <a:pt x="1" y="7467"/>
                  </a:lnTo>
                  <a:lnTo>
                    <a:pt x="31800" y="7467"/>
                  </a:lnTo>
                  <a:lnTo>
                    <a:pt x="38965" y="303"/>
                  </a:lnTo>
                  <a:lnTo>
                    <a:pt x="61936" y="303"/>
                  </a:lnTo>
                  <a:lnTo>
                    <a:pt x="619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54"/>
            <p:cNvSpPr/>
            <p:nvPr/>
          </p:nvSpPr>
          <p:spPr>
            <a:xfrm>
              <a:off x="4765500" y="1743500"/>
              <a:ext cx="84325" cy="84350"/>
            </a:xfrm>
            <a:custGeom>
              <a:rect b="b" l="l" r="r" t="t"/>
              <a:pathLst>
                <a:path extrusionOk="0" h="3374" w="3373">
                  <a:moveTo>
                    <a:pt x="1686" y="1"/>
                  </a:moveTo>
                  <a:cubicBezTo>
                    <a:pt x="756" y="1"/>
                    <a:pt x="0" y="755"/>
                    <a:pt x="0" y="1687"/>
                  </a:cubicBezTo>
                  <a:cubicBezTo>
                    <a:pt x="0" y="2619"/>
                    <a:pt x="756" y="3373"/>
                    <a:pt x="1686" y="3373"/>
                  </a:cubicBezTo>
                  <a:cubicBezTo>
                    <a:pt x="2618" y="3373"/>
                    <a:pt x="3372" y="2619"/>
                    <a:pt x="3372" y="1687"/>
                  </a:cubicBezTo>
                  <a:cubicBezTo>
                    <a:pt x="3372" y="755"/>
                    <a:pt x="2618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4"/>
            <p:cNvSpPr/>
            <p:nvPr/>
          </p:nvSpPr>
          <p:spPr>
            <a:xfrm>
              <a:off x="4896900" y="1760250"/>
              <a:ext cx="50850" cy="50850"/>
            </a:xfrm>
            <a:custGeom>
              <a:rect b="b" l="l" r="r" t="t"/>
              <a:pathLst>
                <a:path extrusionOk="0" h="2034" w="2034">
                  <a:moveTo>
                    <a:pt x="1017" y="303"/>
                  </a:moveTo>
                  <a:cubicBezTo>
                    <a:pt x="1412" y="303"/>
                    <a:pt x="1732" y="623"/>
                    <a:pt x="1732" y="1017"/>
                  </a:cubicBezTo>
                  <a:cubicBezTo>
                    <a:pt x="1732" y="1412"/>
                    <a:pt x="1412" y="1732"/>
                    <a:pt x="1017" y="1732"/>
                  </a:cubicBezTo>
                  <a:cubicBezTo>
                    <a:pt x="623" y="1732"/>
                    <a:pt x="303" y="1412"/>
                    <a:pt x="303" y="1017"/>
                  </a:cubicBezTo>
                  <a:cubicBezTo>
                    <a:pt x="303" y="623"/>
                    <a:pt x="623" y="303"/>
                    <a:pt x="1017" y="303"/>
                  </a:cubicBezTo>
                  <a:close/>
                  <a:moveTo>
                    <a:pt x="1017" y="0"/>
                  </a:moveTo>
                  <a:cubicBezTo>
                    <a:pt x="457" y="0"/>
                    <a:pt x="0" y="456"/>
                    <a:pt x="0" y="1017"/>
                  </a:cubicBezTo>
                  <a:cubicBezTo>
                    <a:pt x="0" y="1578"/>
                    <a:pt x="457" y="2033"/>
                    <a:pt x="1017" y="2033"/>
                  </a:cubicBezTo>
                  <a:cubicBezTo>
                    <a:pt x="1577" y="2033"/>
                    <a:pt x="2033" y="1577"/>
                    <a:pt x="2033" y="1017"/>
                  </a:cubicBezTo>
                  <a:cubicBezTo>
                    <a:pt x="2033" y="457"/>
                    <a:pt x="1577" y="0"/>
                    <a:pt x="10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4"/>
            <p:cNvSpPr/>
            <p:nvPr/>
          </p:nvSpPr>
          <p:spPr>
            <a:xfrm>
              <a:off x="4985075" y="1764025"/>
              <a:ext cx="43275" cy="43300"/>
            </a:xfrm>
            <a:custGeom>
              <a:rect b="b" l="l" r="r" t="t"/>
              <a:pathLst>
                <a:path extrusionOk="0" h="1732" w="1731">
                  <a:moveTo>
                    <a:pt x="866" y="1"/>
                  </a:moveTo>
                  <a:cubicBezTo>
                    <a:pt x="387" y="1"/>
                    <a:pt x="0" y="388"/>
                    <a:pt x="0" y="866"/>
                  </a:cubicBezTo>
                  <a:cubicBezTo>
                    <a:pt x="0" y="1344"/>
                    <a:pt x="387" y="1731"/>
                    <a:pt x="866" y="1731"/>
                  </a:cubicBezTo>
                  <a:cubicBezTo>
                    <a:pt x="1344" y="1731"/>
                    <a:pt x="1731" y="1344"/>
                    <a:pt x="1731" y="866"/>
                  </a:cubicBezTo>
                  <a:cubicBezTo>
                    <a:pt x="1731" y="388"/>
                    <a:pt x="1343" y="1"/>
                    <a:pt x="8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4"/>
            <p:cNvSpPr/>
            <p:nvPr/>
          </p:nvSpPr>
          <p:spPr>
            <a:xfrm>
              <a:off x="5069400" y="1764025"/>
              <a:ext cx="43325" cy="43300"/>
            </a:xfrm>
            <a:custGeom>
              <a:rect b="b" l="l" r="r" t="t"/>
              <a:pathLst>
                <a:path extrusionOk="0" h="1732" w="1733">
                  <a:moveTo>
                    <a:pt x="867" y="1"/>
                  </a:moveTo>
                  <a:cubicBezTo>
                    <a:pt x="389" y="1"/>
                    <a:pt x="1" y="388"/>
                    <a:pt x="1" y="866"/>
                  </a:cubicBezTo>
                  <a:cubicBezTo>
                    <a:pt x="1" y="1344"/>
                    <a:pt x="389" y="1731"/>
                    <a:pt x="867" y="1731"/>
                  </a:cubicBezTo>
                  <a:cubicBezTo>
                    <a:pt x="1345" y="1731"/>
                    <a:pt x="1732" y="1344"/>
                    <a:pt x="1732" y="866"/>
                  </a:cubicBezTo>
                  <a:cubicBezTo>
                    <a:pt x="1732" y="388"/>
                    <a:pt x="1345" y="1"/>
                    <a:pt x="8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4" name="Google Shape;394;p54"/>
          <p:cNvGrpSpPr/>
          <p:nvPr/>
        </p:nvGrpSpPr>
        <p:grpSpPr>
          <a:xfrm>
            <a:off x="130125" y="4604000"/>
            <a:ext cx="1622200" cy="437575"/>
            <a:chOff x="3109550" y="3432375"/>
            <a:chExt cx="1622200" cy="437575"/>
          </a:xfrm>
        </p:grpSpPr>
        <p:sp>
          <p:nvSpPr>
            <p:cNvPr id="395" name="Google Shape;395;p54"/>
            <p:cNvSpPr/>
            <p:nvPr/>
          </p:nvSpPr>
          <p:spPr>
            <a:xfrm>
              <a:off x="3980725" y="3817350"/>
              <a:ext cx="727150" cy="7350"/>
            </a:xfrm>
            <a:custGeom>
              <a:rect b="b" l="l" r="r" t="t"/>
              <a:pathLst>
                <a:path extrusionOk="0" h="294" w="29086">
                  <a:moveTo>
                    <a:pt x="148" y="0"/>
                  </a:moveTo>
                  <a:cubicBezTo>
                    <a:pt x="66" y="0"/>
                    <a:pt x="1" y="65"/>
                    <a:pt x="1" y="147"/>
                  </a:cubicBezTo>
                  <a:cubicBezTo>
                    <a:pt x="1" y="228"/>
                    <a:pt x="66" y="294"/>
                    <a:pt x="148" y="294"/>
                  </a:cubicBezTo>
                  <a:lnTo>
                    <a:pt x="28937" y="294"/>
                  </a:lnTo>
                  <a:cubicBezTo>
                    <a:pt x="29019" y="294"/>
                    <a:pt x="29084" y="226"/>
                    <a:pt x="29085" y="147"/>
                  </a:cubicBezTo>
                  <a:cubicBezTo>
                    <a:pt x="29085" y="65"/>
                    <a:pt x="29020" y="0"/>
                    <a:pt x="28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4"/>
            <p:cNvSpPr/>
            <p:nvPr/>
          </p:nvSpPr>
          <p:spPr>
            <a:xfrm>
              <a:off x="4676550" y="3793425"/>
              <a:ext cx="55200" cy="55200"/>
            </a:xfrm>
            <a:custGeom>
              <a:rect b="b" l="l" r="r" t="t"/>
              <a:pathLst>
                <a:path extrusionOk="0" h="2208" w="2208">
                  <a:moveTo>
                    <a:pt x="1104" y="0"/>
                  </a:moveTo>
                  <a:cubicBezTo>
                    <a:pt x="495" y="0"/>
                    <a:pt x="1" y="494"/>
                    <a:pt x="1" y="1104"/>
                  </a:cubicBezTo>
                  <a:cubicBezTo>
                    <a:pt x="1" y="1713"/>
                    <a:pt x="495" y="2207"/>
                    <a:pt x="1104" y="2207"/>
                  </a:cubicBezTo>
                  <a:cubicBezTo>
                    <a:pt x="1713" y="2207"/>
                    <a:pt x="2208" y="1713"/>
                    <a:pt x="2208" y="1104"/>
                  </a:cubicBezTo>
                  <a:cubicBezTo>
                    <a:pt x="2208" y="494"/>
                    <a:pt x="1713" y="0"/>
                    <a:pt x="1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4"/>
            <p:cNvSpPr/>
            <p:nvPr/>
          </p:nvSpPr>
          <p:spPr>
            <a:xfrm>
              <a:off x="3154450" y="3477650"/>
              <a:ext cx="347750" cy="347050"/>
            </a:xfrm>
            <a:custGeom>
              <a:rect b="b" l="l" r="r" t="t"/>
              <a:pathLst>
                <a:path extrusionOk="0" h="13882" w="13910">
                  <a:moveTo>
                    <a:pt x="162" y="0"/>
                  </a:moveTo>
                  <a:cubicBezTo>
                    <a:pt x="124" y="0"/>
                    <a:pt x="86" y="15"/>
                    <a:pt x="57" y="43"/>
                  </a:cubicBezTo>
                  <a:cubicBezTo>
                    <a:pt x="1" y="100"/>
                    <a:pt x="1" y="193"/>
                    <a:pt x="57" y="251"/>
                  </a:cubicBezTo>
                  <a:lnTo>
                    <a:pt x="13645" y="13838"/>
                  </a:lnTo>
                  <a:cubicBezTo>
                    <a:pt x="13674" y="13866"/>
                    <a:pt x="13711" y="13882"/>
                    <a:pt x="13749" y="13882"/>
                  </a:cubicBezTo>
                  <a:cubicBezTo>
                    <a:pt x="13787" y="13882"/>
                    <a:pt x="13824" y="13866"/>
                    <a:pt x="13852" y="13838"/>
                  </a:cubicBezTo>
                  <a:cubicBezTo>
                    <a:pt x="13910" y="13781"/>
                    <a:pt x="13910" y="13687"/>
                    <a:pt x="13852" y="13629"/>
                  </a:cubicBezTo>
                  <a:lnTo>
                    <a:pt x="266" y="43"/>
                  </a:lnTo>
                  <a:cubicBezTo>
                    <a:pt x="237" y="15"/>
                    <a:pt x="199" y="0"/>
                    <a:pt x="1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4"/>
            <p:cNvSpPr/>
            <p:nvPr/>
          </p:nvSpPr>
          <p:spPr>
            <a:xfrm>
              <a:off x="3483475" y="3806300"/>
              <a:ext cx="63625" cy="29400"/>
            </a:xfrm>
            <a:custGeom>
              <a:rect b="b" l="l" r="r" t="t"/>
              <a:pathLst>
                <a:path extrusionOk="0" h="1176" w="2545">
                  <a:moveTo>
                    <a:pt x="588" y="1"/>
                  </a:moveTo>
                  <a:cubicBezTo>
                    <a:pt x="263" y="1"/>
                    <a:pt x="1" y="264"/>
                    <a:pt x="1" y="589"/>
                  </a:cubicBezTo>
                  <a:cubicBezTo>
                    <a:pt x="1" y="913"/>
                    <a:pt x="263" y="1176"/>
                    <a:pt x="588" y="1176"/>
                  </a:cubicBezTo>
                  <a:lnTo>
                    <a:pt x="1957" y="1176"/>
                  </a:lnTo>
                  <a:cubicBezTo>
                    <a:pt x="2283" y="1176"/>
                    <a:pt x="2545" y="913"/>
                    <a:pt x="2545" y="589"/>
                  </a:cubicBezTo>
                  <a:cubicBezTo>
                    <a:pt x="2545" y="264"/>
                    <a:pt x="2283" y="1"/>
                    <a:pt x="1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4"/>
            <p:cNvSpPr/>
            <p:nvPr/>
          </p:nvSpPr>
          <p:spPr>
            <a:xfrm>
              <a:off x="3605675" y="3806300"/>
              <a:ext cx="271225" cy="29400"/>
            </a:xfrm>
            <a:custGeom>
              <a:rect b="b" l="l" r="r" t="t"/>
              <a:pathLst>
                <a:path extrusionOk="0" h="1176" w="10849">
                  <a:moveTo>
                    <a:pt x="587" y="1"/>
                  </a:moveTo>
                  <a:cubicBezTo>
                    <a:pt x="264" y="1"/>
                    <a:pt x="0" y="264"/>
                    <a:pt x="0" y="589"/>
                  </a:cubicBezTo>
                  <a:cubicBezTo>
                    <a:pt x="0" y="913"/>
                    <a:pt x="264" y="1176"/>
                    <a:pt x="587" y="1176"/>
                  </a:cubicBezTo>
                  <a:lnTo>
                    <a:pt x="3666" y="1176"/>
                  </a:lnTo>
                  <a:cubicBezTo>
                    <a:pt x="3990" y="1176"/>
                    <a:pt x="4253" y="913"/>
                    <a:pt x="4253" y="589"/>
                  </a:cubicBezTo>
                  <a:cubicBezTo>
                    <a:pt x="4253" y="264"/>
                    <a:pt x="3990" y="1"/>
                    <a:pt x="3666" y="1"/>
                  </a:cubicBezTo>
                  <a:close/>
                  <a:moveTo>
                    <a:pt x="7184" y="1"/>
                  </a:moveTo>
                  <a:cubicBezTo>
                    <a:pt x="6859" y="1"/>
                    <a:pt x="6597" y="264"/>
                    <a:pt x="6597" y="589"/>
                  </a:cubicBezTo>
                  <a:cubicBezTo>
                    <a:pt x="6597" y="913"/>
                    <a:pt x="6859" y="1176"/>
                    <a:pt x="7184" y="1176"/>
                  </a:cubicBezTo>
                  <a:lnTo>
                    <a:pt x="10262" y="1176"/>
                  </a:lnTo>
                  <a:cubicBezTo>
                    <a:pt x="10587" y="1176"/>
                    <a:pt x="10849" y="913"/>
                    <a:pt x="10849" y="589"/>
                  </a:cubicBezTo>
                  <a:cubicBezTo>
                    <a:pt x="10849" y="264"/>
                    <a:pt x="10587" y="1"/>
                    <a:pt x="102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4"/>
            <p:cNvSpPr/>
            <p:nvPr/>
          </p:nvSpPr>
          <p:spPr>
            <a:xfrm>
              <a:off x="3935475" y="3806300"/>
              <a:ext cx="63625" cy="29400"/>
            </a:xfrm>
            <a:custGeom>
              <a:rect b="b" l="l" r="r" t="t"/>
              <a:pathLst>
                <a:path extrusionOk="0" h="1176" w="2545">
                  <a:moveTo>
                    <a:pt x="588" y="1"/>
                  </a:moveTo>
                  <a:cubicBezTo>
                    <a:pt x="263" y="1"/>
                    <a:pt x="1" y="264"/>
                    <a:pt x="1" y="589"/>
                  </a:cubicBezTo>
                  <a:cubicBezTo>
                    <a:pt x="1" y="913"/>
                    <a:pt x="264" y="1176"/>
                    <a:pt x="588" y="1176"/>
                  </a:cubicBezTo>
                  <a:lnTo>
                    <a:pt x="1958" y="1176"/>
                  </a:lnTo>
                  <a:cubicBezTo>
                    <a:pt x="2282" y="1176"/>
                    <a:pt x="2545" y="913"/>
                    <a:pt x="2545" y="589"/>
                  </a:cubicBezTo>
                  <a:cubicBezTo>
                    <a:pt x="2545" y="264"/>
                    <a:pt x="2283" y="1"/>
                    <a:pt x="1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54"/>
            <p:cNvSpPr/>
            <p:nvPr/>
          </p:nvSpPr>
          <p:spPr>
            <a:xfrm>
              <a:off x="3109550" y="3432375"/>
              <a:ext cx="97875" cy="97875"/>
            </a:xfrm>
            <a:custGeom>
              <a:rect b="b" l="l" r="r" t="t"/>
              <a:pathLst>
                <a:path extrusionOk="0" h="3915" w="3915">
                  <a:moveTo>
                    <a:pt x="1958" y="1"/>
                  </a:moveTo>
                  <a:cubicBezTo>
                    <a:pt x="877" y="1"/>
                    <a:pt x="1" y="877"/>
                    <a:pt x="1" y="1958"/>
                  </a:cubicBezTo>
                  <a:cubicBezTo>
                    <a:pt x="1" y="3038"/>
                    <a:pt x="877" y="3915"/>
                    <a:pt x="1958" y="3915"/>
                  </a:cubicBezTo>
                  <a:cubicBezTo>
                    <a:pt x="3039" y="3915"/>
                    <a:pt x="3914" y="3038"/>
                    <a:pt x="3914" y="1958"/>
                  </a:cubicBezTo>
                  <a:cubicBezTo>
                    <a:pt x="3914" y="877"/>
                    <a:pt x="3039" y="1"/>
                    <a:pt x="1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4"/>
            <p:cNvSpPr/>
            <p:nvPr/>
          </p:nvSpPr>
          <p:spPr>
            <a:xfrm>
              <a:off x="4183025" y="3772075"/>
              <a:ext cx="97875" cy="97875"/>
            </a:xfrm>
            <a:custGeom>
              <a:rect b="b" l="l" r="r" t="t"/>
              <a:pathLst>
                <a:path extrusionOk="0" h="3915" w="3915">
                  <a:moveTo>
                    <a:pt x="1957" y="1"/>
                  </a:moveTo>
                  <a:cubicBezTo>
                    <a:pt x="877" y="1"/>
                    <a:pt x="1" y="876"/>
                    <a:pt x="1" y="1958"/>
                  </a:cubicBezTo>
                  <a:cubicBezTo>
                    <a:pt x="1" y="3038"/>
                    <a:pt x="877" y="3915"/>
                    <a:pt x="1957" y="3915"/>
                  </a:cubicBezTo>
                  <a:cubicBezTo>
                    <a:pt x="3038" y="3915"/>
                    <a:pt x="3914" y="3038"/>
                    <a:pt x="3914" y="1958"/>
                  </a:cubicBezTo>
                  <a:cubicBezTo>
                    <a:pt x="3914" y="876"/>
                    <a:pt x="3038" y="1"/>
                    <a:pt x="1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4"/>
            <p:cNvSpPr/>
            <p:nvPr/>
          </p:nvSpPr>
          <p:spPr>
            <a:xfrm>
              <a:off x="4392475" y="3772075"/>
              <a:ext cx="97850" cy="97875"/>
            </a:xfrm>
            <a:custGeom>
              <a:rect b="b" l="l" r="r" t="t"/>
              <a:pathLst>
                <a:path extrusionOk="0" h="3915" w="3914">
                  <a:moveTo>
                    <a:pt x="1957" y="1"/>
                  </a:moveTo>
                  <a:cubicBezTo>
                    <a:pt x="876" y="1"/>
                    <a:pt x="0" y="876"/>
                    <a:pt x="0" y="1958"/>
                  </a:cubicBezTo>
                  <a:cubicBezTo>
                    <a:pt x="0" y="3038"/>
                    <a:pt x="876" y="3915"/>
                    <a:pt x="1957" y="3915"/>
                  </a:cubicBezTo>
                  <a:cubicBezTo>
                    <a:pt x="3038" y="3915"/>
                    <a:pt x="3914" y="3038"/>
                    <a:pt x="3914" y="1958"/>
                  </a:cubicBezTo>
                  <a:cubicBezTo>
                    <a:pt x="3914" y="876"/>
                    <a:pt x="3038" y="1"/>
                    <a:pt x="1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55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 rot="10800000"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5"/>
          <p:cNvSpPr txBox="1"/>
          <p:nvPr>
            <p:ph type="title"/>
          </p:nvPr>
        </p:nvSpPr>
        <p:spPr>
          <a:xfrm>
            <a:off x="5358575" y="1653600"/>
            <a:ext cx="258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55"/>
          <p:cNvSpPr txBox="1"/>
          <p:nvPr>
            <p:ph idx="1" type="subTitle"/>
          </p:nvPr>
        </p:nvSpPr>
        <p:spPr>
          <a:xfrm>
            <a:off x="5358575" y="2226300"/>
            <a:ext cx="25815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08" name="Google Shape;408;p55"/>
          <p:cNvGrpSpPr/>
          <p:nvPr/>
        </p:nvGrpSpPr>
        <p:grpSpPr>
          <a:xfrm>
            <a:off x="0" y="118701"/>
            <a:ext cx="8430775" cy="5024799"/>
            <a:chOff x="0" y="118701"/>
            <a:chExt cx="8430775" cy="5024799"/>
          </a:xfrm>
        </p:grpSpPr>
        <p:pic>
          <p:nvPicPr>
            <p:cNvPr id="409" name="Google Shape;409;p55"/>
            <p:cNvPicPr preferRelativeResize="0"/>
            <p:nvPr/>
          </p:nvPicPr>
          <p:blipFill rotWithShape="1">
            <a:blip r:embed="rId3">
              <a:alphaModFix/>
            </a:blip>
            <a:srcRect b="0" l="15131" r="0" t="33757"/>
            <a:stretch/>
          </p:blipFill>
          <p:spPr>
            <a:xfrm rot="-5400000">
              <a:off x="-1120149" y="1238850"/>
              <a:ext cx="5024799" cy="27845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55"/>
            <p:cNvGrpSpPr/>
            <p:nvPr/>
          </p:nvGrpSpPr>
          <p:grpSpPr>
            <a:xfrm>
              <a:off x="7398975" y="464425"/>
              <a:ext cx="1031800" cy="150150"/>
              <a:chOff x="3128400" y="1326350"/>
              <a:chExt cx="1031800" cy="150150"/>
            </a:xfrm>
          </p:grpSpPr>
          <p:sp>
            <p:nvSpPr>
              <p:cNvPr id="411" name="Google Shape;411;p55"/>
              <p:cNvSpPr/>
              <p:nvPr/>
            </p:nvSpPr>
            <p:spPr>
              <a:xfrm>
                <a:off x="3128400" y="1326350"/>
                <a:ext cx="110525" cy="150150"/>
              </a:xfrm>
              <a:custGeom>
                <a:rect b="b" l="l" r="r" t="t"/>
                <a:pathLst>
                  <a:path extrusionOk="0" h="6006" w="4421">
                    <a:moveTo>
                      <a:pt x="0" y="0"/>
                    </a:moveTo>
                    <a:lnTo>
                      <a:pt x="1793" y="3004"/>
                    </a:lnTo>
                    <a:lnTo>
                      <a:pt x="0" y="6006"/>
                    </a:lnTo>
                    <a:lnTo>
                      <a:pt x="2630" y="6006"/>
                    </a:lnTo>
                    <a:lnTo>
                      <a:pt x="4420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55"/>
              <p:cNvSpPr/>
              <p:nvPr/>
            </p:nvSpPr>
            <p:spPr>
              <a:xfrm>
                <a:off x="3312650" y="1326350"/>
                <a:ext cx="110550" cy="150150"/>
              </a:xfrm>
              <a:custGeom>
                <a:rect b="b" l="l" r="r" t="t"/>
                <a:pathLst>
                  <a:path extrusionOk="0" h="6006" w="4422">
                    <a:moveTo>
                      <a:pt x="1" y="0"/>
                    </a:moveTo>
                    <a:lnTo>
                      <a:pt x="1793" y="3004"/>
                    </a:lnTo>
                    <a:lnTo>
                      <a:pt x="1" y="6006"/>
                    </a:lnTo>
                    <a:lnTo>
                      <a:pt x="2630" y="6006"/>
                    </a:lnTo>
                    <a:lnTo>
                      <a:pt x="4421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55"/>
              <p:cNvSpPr/>
              <p:nvPr/>
            </p:nvSpPr>
            <p:spPr>
              <a:xfrm>
                <a:off x="3496900" y="1326350"/>
                <a:ext cx="110525" cy="150150"/>
              </a:xfrm>
              <a:custGeom>
                <a:rect b="b" l="l" r="r" t="t"/>
                <a:pathLst>
                  <a:path extrusionOk="0" h="6006" w="4421">
                    <a:moveTo>
                      <a:pt x="1" y="0"/>
                    </a:moveTo>
                    <a:lnTo>
                      <a:pt x="1791" y="3004"/>
                    </a:lnTo>
                    <a:lnTo>
                      <a:pt x="1" y="6006"/>
                    </a:lnTo>
                    <a:lnTo>
                      <a:pt x="2630" y="6006"/>
                    </a:lnTo>
                    <a:lnTo>
                      <a:pt x="4421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55"/>
              <p:cNvSpPr/>
              <p:nvPr/>
            </p:nvSpPr>
            <p:spPr>
              <a:xfrm>
                <a:off x="3681150" y="1326350"/>
                <a:ext cx="110525" cy="150150"/>
              </a:xfrm>
              <a:custGeom>
                <a:rect b="b" l="l" r="r" t="t"/>
                <a:pathLst>
                  <a:path extrusionOk="0" h="6006" w="4421">
                    <a:moveTo>
                      <a:pt x="0" y="0"/>
                    </a:moveTo>
                    <a:lnTo>
                      <a:pt x="1791" y="3004"/>
                    </a:lnTo>
                    <a:lnTo>
                      <a:pt x="0" y="6006"/>
                    </a:lnTo>
                    <a:lnTo>
                      <a:pt x="2629" y="6006"/>
                    </a:lnTo>
                    <a:lnTo>
                      <a:pt x="4421" y="3004"/>
                    </a:lnTo>
                    <a:lnTo>
                      <a:pt x="26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55"/>
              <p:cNvSpPr/>
              <p:nvPr/>
            </p:nvSpPr>
            <p:spPr>
              <a:xfrm>
                <a:off x="3865375" y="1326350"/>
                <a:ext cx="110575" cy="150150"/>
              </a:xfrm>
              <a:custGeom>
                <a:rect b="b" l="l" r="r" t="t"/>
                <a:pathLst>
                  <a:path extrusionOk="0" h="6006" w="4423">
                    <a:moveTo>
                      <a:pt x="0" y="0"/>
                    </a:moveTo>
                    <a:lnTo>
                      <a:pt x="1793" y="3004"/>
                    </a:lnTo>
                    <a:lnTo>
                      <a:pt x="0" y="6006"/>
                    </a:lnTo>
                    <a:lnTo>
                      <a:pt x="2630" y="6006"/>
                    </a:lnTo>
                    <a:lnTo>
                      <a:pt x="4423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55"/>
              <p:cNvSpPr/>
              <p:nvPr/>
            </p:nvSpPr>
            <p:spPr>
              <a:xfrm>
                <a:off x="4049625" y="1326350"/>
                <a:ext cx="110575" cy="150150"/>
              </a:xfrm>
              <a:custGeom>
                <a:rect b="b" l="l" r="r" t="t"/>
                <a:pathLst>
                  <a:path extrusionOk="0" h="6006" w="4423">
                    <a:moveTo>
                      <a:pt x="1" y="0"/>
                    </a:moveTo>
                    <a:lnTo>
                      <a:pt x="1792" y="3004"/>
                    </a:lnTo>
                    <a:lnTo>
                      <a:pt x="1" y="6006"/>
                    </a:lnTo>
                    <a:lnTo>
                      <a:pt x="2631" y="6006"/>
                    </a:lnTo>
                    <a:lnTo>
                      <a:pt x="4422" y="3004"/>
                    </a:lnTo>
                    <a:lnTo>
                      <a:pt x="263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55"/>
            <p:cNvGrpSpPr/>
            <p:nvPr/>
          </p:nvGrpSpPr>
          <p:grpSpPr>
            <a:xfrm>
              <a:off x="222575" y="297475"/>
              <a:ext cx="1262525" cy="484050"/>
              <a:chOff x="1350325" y="970000"/>
              <a:chExt cx="1262525" cy="484050"/>
            </a:xfrm>
          </p:grpSpPr>
          <p:sp>
            <p:nvSpPr>
              <p:cNvPr id="418" name="Google Shape;418;p55"/>
              <p:cNvSpPr/>
              <p:nvPr/>
            </p:nvSpPr>
            <p:spPr>
              <a:xfrm>
                <a:off x="1804000" y="1401425"/>
                <a:ext cx="808850" cy="52625"/>
              </a:xfrm>
              <a:custGeom>
                <a:rect b="b" l="l" r="r" t="t"/>
                <a:pathLst>
                  <a:path extrusionOk="0" h="2105" w="32354">
                    <a:moveTo>
                      <a:pt x="1053" y="1"/>
                    </a:moveTo>
                    <a:cubicBezTo>
                      <a:pt x="473" y="1"/>
                      <a:pt x="1" y="471"/>
                      <a:pt x="1" y="1052"/>
                    </a:cubicBezTo>
                    <a:cubicBezTo>
                      <a:pt x="1" y="1633"/>
                      <a:pt x="473" y="2105"/>
                      <a:pt x="1053" y="2105"/>
                    </a:cubicBezTo>
                    <a:cubicBezTo>
                      <a:pt x="1637" y="2105"/>
                      <a:pt x="2109" y="1633"/>
                      <a:pt x="2109" y="1052"/>
                    </a:cubicBezTo>
                    <a:cubicBezTo>
                      <a:pt x="2109" y="471"/>
                      <a:pt x="1637" y="1"/>
                      <a:pt x="1053" y="1"/>
                    </a:cubicBezTo>
                    <a:close/>
                    <a:moveTo>
                      <a:pt x="7105" y="1"/>
                    </a:moveTo>
                    <a:cubicBezTo>
                      <a:pt x="6524" y="1"/>
                      <a:pt x="6052" y="471"/>
                      <a:pt x="6054" y="1052"/>
                    </a:cubicBezTo>
                    <a:cubicBezTo>
                      <a:pt x="6054" y="1633"/>
                      <a:pt x="6526" y="2105"/>
                      <a:pt x="7105" y="2105"/>
                    </a:cubicBezTo>
                    <a:cubicBezTo>
                      <a:pt x="7686" y="2105"/>
                      <a:pt x="8158" y="1633"/>
                      <a:pt x="8158" y="1052"/>
                    </a:cubicBezTo>
                    <a:cubicBezTo>
                      <a:pt x="8158" y="471"/>
                      <a:pt x="7686" y="1"/>
                      <a:pt x="7105" y="1"/>
                    </a:cubicBezTo>
                    <a:close/>
                    <a:moveTo>
                      <a:pt x="13153" y="1"/>
                    </a:moveTo>
                    <a:cubicBezTo>
                      <a:pt x="12572" y="1"/>
                      <a:pt x="12101" y="471"/>
                      <a:pt x="12101" y="1052"/>
                    </a:cubicBezTo>
                    <a:cubicBezTo>
                      <a:pt x="12101" y="1633"/>
                      <a:pt x="12572" y="2105"/>
                      <a:pt x="13153" y="2105"/>
                    </a:cubicBezTo>
                    <a:cubicBezTo>
                      <a:pt x="13734" y="2105"/>
                      <a:pt x="14204" y="1633"/>
                      <a:pt x="14204" y="1052"/>
                    </a:cubicBezTo>
                    <a:cubicBezTo>
                      <a:pt x="14204" y="471"/>
                      <a:pt x="13732" y="1"/>
                      <a:pt x="13153" y="1"/>
                    </a:cubicBezTo>
                    <a:close/>
                    <a:moveTo>
                      <a:pt x="19204" y="1"/>
                    </a:moveTo>
                    <a:cubicBezTo>
                      <a:pt x="18624" y="1"/>
                      <a:pt x="18153" y="471"/>
                      <a:pt x="18153" y="1052"/>
                    </a:cubicBezTo>
                    <a:cubicBezTo>
                      <a:pt x="18153" y="1633"/>
                      <a:pt x="18624" y="2105"/>
                      <a:pt x="19204" y="2105"/>
                    </a:cubicBezTo>
                    <a:cubicBezTo>
                      <a:pt x="19785" y="2105"/>
                      <a:pt x="20256" y="1633"/>
                      <a:pt x="20256" y="1052"/>
                    </a:cubicBezTo>
                    <a:cubicBezTo>
                      <a:pt x="20256" y="471"/>
                      <a:pt x="19785" y="1"/>
                      <a:pt x="19204" y="1"/>
                    </a:cubicBezTo>
                    <a:close/>
                    <a:moveTo>
                      <a:pt x="25253" y="1"/>
                    </a:moveTo>
                    <a:cubicBezTo>
                      <a:pt x="24672" y="1"/>
                      <a:pt x="24201" y="471"/>
                      <a:pt x="24201" y="1052"/>
                    </a:cubicBezTo>
                    <a:cubicBezTo>
                      <a:pt x="24201" y="1633"/>
                      <a:pt x="24672" y="2105"/>
                      <a:pt x="25253" y="2105"/>
                    </a:cubicBezTo>
                    <a:cubicBezTo>
                      <a:pt x="25833" y="2105"/>
                      <a:pt x="26304" y="1633"/>
                      <a:pt x="26304" y="1052"/>
                    </a:cubicBezTo>
                    <a:cubicBezTo>
                      <a:pt x="26304" y="471"/>
                      <a:pt x="25833" y="1"/>
                      <a:pt x="25253" y="1"/>
                    </a:cubicBezTo>
                    <a:close/>
                    <a:moveTo>
                      <a:pt x="31302" y="1"/>
                    </a:moveTo>
                    <a:cubicBezTo>
                      <a:pt x="30723" y="1"/>
                      <a:pt x="30248" y="471"/>
                      <a:pt x="30248" y="1052"/>
                    </a:cubicBezTo>
                    <a:cubicBezTo>
                      <a:pt x="30248" y="1633"/>
                      <a:pt x="30723" y="2105"/>
                      <a:pt x="31302" y="2105"/>
                    </a:cubicBezTo>
                    <a:cubicBezTo>
                      <a:pt x="31881" y="2105"/>
                      <a:pt x="32353" y="1633"/>
                      <a:pt x="32353" y="1052"/>
                    </a:cubicBezTo>
                    <a:cubicBezTo>
                      <a:pt x="32353" y="471"/>
                      <a:pt x="31881" y="1"/>
                      <a:pt x="313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55"/>
              <p:cNvSpPr/>
              <p:nvPr/>
            </p:nvSpPr>
            <p:spPr>
              <a:xfrm>
                <a:off x="1652800" y="1293575"/>
                <a:ext cx="960050" cy="52600"/>
              </a:xfrm>
              <a:custGeom>
                <a:rect b="b" l="l" r="r" t="t"/>
                <a:pathLst>
                  <a:path extrusionOk="0" h="2104" w="38402">
                    <a:moveTo>
                      <a:pt x="1053" y="0"/>
                    </a:moveTo>
                    <a:cubicBezTo>
                      <a:pt x="472" y="0"/>
                      <a:pt x="1" y="472"/>
                      <a:pt x="2" y="1051"/>
                    </a:cubicBezTo>
                    <a:cubicBezTo>
                      <a:pt x="2" y="1632"/>
                      <a:pt x="474" y="2104"/>
                      <a:pt x="1053" y="2104"/>
                    </a:cubicBezTo>
                    <a:cubicBezTo>
                      <a:pt x="1634" y="2104"/>
                      <a:pt x="2106" y="1632"/>
                      <a:pt x="2106" y="1051"/>
                    </a:cubicBezTo>
                    <a:cubicBezTo>
                      <a:pt x="2106" y="471"/>
                      <a:pt x="1634" y="0"/>
                      <a:pt x="1053" y="0"/>
                    </a:cubicBezTo>
                    <a:close/>
                    <a:moveTo>
                      <a:pt x="7105" y="0"/>
                    </a:moveTo>
                    <a:cubicBezTo>
                      <a:pt x="6525" y="0"/>
                      <a:pt x="6053" y="472"/>
                      <a:pt x="6052" y="1051"/>
                    </a:cubicBezTo>
                    <a:cubicBezTo>
                      <a:pt x="6052" y="1632"/>
                      <a:pt x="6525" y="2104"/>
                      <a:pt x="7105" y="2104"/>
                    </a:cubicBezTo>
                    <a:cubicBezTo>
                      <a:pt x="7685" y="2104"/>
                      <a:pt x="8157" y="1632"/>
                      <a:pt x="8157" y="1051"/>
                    </a:cubicBezTo>
                    <a:cubicBezTo>
                      <a:pt x="8157" y="471"/>
                      <a:pt x="7685" y="0"/>
                      <a:pt x="7105" y="0"/>
                    </a:cubicBezTo>
                    <a:close/>
                    <a:moveTo>
                      <a:pt x="13153" y="0"/>
                    </a:moveTo>
                    <a:cubicBezTo>
                      <a:pt x="12572" y="0"/>
                      <a:pt x="12100" y="472"/>
                      <a:pt x="12102" y="1051"/>
                    </a:cubicBezTo>
                    <a:cubicBezTo>
                      <a:pt x="12102" y="1632"/>
                      <a:pt x="12574" y="2104"/>
                      <a:pt x="13153" y="2104"/>
                    </a:cubicBezTo>
                    <a:cubicBezTo>
                      <a:pt x="13734" y="2104"/>
                      <a:pt x="14206" y="1632"/>
                      <a:pt x="14206" y="1051"/>
                    </a:cubicBezTo>
                    <a:cubicBezTo>
                      <a:pt x="14206" y="471"/>
                      <a:pt x="13734" y="0"/>
                      <a:pt x="13153" y="0"/>
                    </a:cubicBezTo>
                    <a:close/>
                    <a:moveTo>
                      <a:pt x="19201" y="0"/>
                    </a:moveTo>
                    <a:cubicBezTo>
                      <a:pt x="18620" y="0"/>
                      <a:pt x="18149" y="472"/>
                      <a:pt x="18149" y="1051"/>
                    </a:cubicBezTo>
                    <a:cubicBezTo>
                      <a:pt x="18149" y="1632"/>
                      <a:pt x="18620" y="2104"/>
                      <a:pt x="19201" y="2104"/>
                    </a:cubicBezTo>
                    <a:cubicBezTo>
                      <a:pt x="19782" y="2104"/>
                      <a:pt x="20252" y="1632"/>
                      <a:pt x="20252" y="1051"/>
                    </a:cubicBezTo>
                    <a:cubicBezTo>
                      <a:pt x="20252" y="471"/>
                      <a:pt x="19780" y="0"/>
                      <a:pt x="19201" y="0"/>
                    </a:cubicBezTo>
                    <a:close/>
                    <a:moveTo>
                      <a:pt x="25252" y="0"/>
                    </a:moveTo>
                    <a:cubicBezTo>
                      <a:pt x="24672" y="0"/>
                      <a:pt x="24201" y="472"/>
                      <a:pt x="24201" y="1051"/>
                    </a:cubicBezTo>
                    <a:cubicBezTo>
                      <a:pt x="24201" y="1632"/>
                      <a:pt x="24672" y="2104"/>
                      <a:pt x="25252" y="2104"/>
                    </a:cubicBezTo>
                    <a:cubicBezTo>
                      <a:pt x="25833" y="2104"/>
                      <a:pt x="26304" y="1632"/>
                      <a:pt x="26304" y="1051"/>
                    </a:cubicBezTo>
                    <a:cubicBezTo>
                      <a:pt x="26304" y="471"/>
                      <a:pt x="25833" y="0"/>
                      <a:pt x="25252" y="0"/>
                    </a:cubicBezTo>
                    <a:close/>
                    <a:moveTo>
                      <a:pt x="31301" y="0"/>
                    </a:moveTo>
                    <a:cubicBezTo>
                      <a:pt x="30720" y="0"/>
                      <a:pt x="30249" y="472"/>
                      <a:pt x="30249" y="1051"/>
                    </a:cubicBezTo>
                    <a:cubicBezTo>
                      <a:pt x="30249" y="1632"/>
                      <a:pt x="30720" y="2104"/>
                      <a:pt x="31301" y="2104"/>
                    </a:cubicBezTo>
                    <a:cubicBezTo>
                      <a:pt x="31881" y="2104"/>
                      <a:pt x="32352" y="1632"/>
                      <a:pt x="32352" y="1051"/>
                    </a:cubicBezTo>
                    <a:cubicBezTo>
                      <a:pt x="32352" y="471"/>
                      <a:pt x="31881" y="0"/>
                      <a:pt x="31301" y="0"/>
                    </a:cubicBezTo>
                    <a:close/>
                    <a:moveTo>
                      <a:pt x="37350" y="0"/>
                    </a:moveTo>
                    <a:cubicBezTo>
                      <a:pt x="36767" y="0"/>
                      <a:pt x="36296" y="472"/>
                      <a:pt x="36296" y="1051"/>
                    </a:cubicBezTo>
                    <a:cubicBezTo>
                      <a:pt x="36296" y="1632"/>
                      <a:pt x="36769" y="2104"/>
                      <a:pt x="37350" y="2104"/>
                    </a:cubicBezTo>
                    <a:cubicBezTo>
                      <a:pt x="37929" y="2104"/>
                      <a:pt x="38401" y="1632"/>
                      <a:pt x="38401" y="1051"/>
                    </a:cubicBezTo>
                    <a:cubicBezTo>
                      <a:pt x="38401" y="471"/>
                      <a:pt x="37929" y="0"/>
                      <a:pt x="373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55"/>
              <p:cNvSpPr/>
              <p:nvPr/>
            </p:nvSpPr>
            <p:spPr>
              <a:xfrm>
                <a:off x="1501625" y="1185725"/>
                <a:ext cx="1111225" cy="52600"/>
              </a:xfrm>
              <a:custGeom>
                <a:rect b="b" l="l" r="r" t="t"/>
                <a:pathLst>
                  <a:path extrusionOk="0" h="2104" w="44449">
                    <a:moveTo>
                      <a:pt x="1053" y="0"/>
                    </a:moveTo>
                    <a:cubicBezTo>
                      <a:pt x="472" y="0"/>
                      <a:pt x="0" y="471"/>
                      <a:pt x="0" y="1053"/>
                    </a:cubicBezTo>
                    <a:cubicBezTo>
                      <a:pt x="0" y="1633"/>
                      <a:pt x="472" y="2104"/>
                      <a:pt x="1053" y="2104"/>
                    </a:cubicBezTo>
                    <a:cubicBezTo>
                      <a:pt x="1632" y="2104"/>
                      <a:pt x="2104" y="1633"/>
                      <a:pt x="2104" y="1053"/>
                    </a:cubicBezTo>
                    <a:cubicBezTo>
                      <a:pt x="2104" y="472"/>
                      <a:pt x="1632" y="0"/>
                      <a:pt x="1053" y="0"/>
                    </a:cubicBezTo>
                    <a:close/>
                    <a:moveTo>
                      <a:pt x="7100" y="0"/>
                    </a:moveTo>
                    <a:cubicBezTo>
                      <a:pt x="6519" y="0"/>
                      <a:pt x="6048" y="471"/>
                      <a:pt x="6049" y="1053"/>
                    </a:cubicBezTo>
                    <a:cubicBezTo>
                      <a:pt x="6049" y="1633"/>
                      <a:pt x="6521" y="2104"/>
                      <a:pt x="7100" y="2104"/>
                    </a:cubicBezTo>
                    <a:cubicBezTo>
                      <a:pt x="7681" y="2104"/>
                      <a:pt x="8153" y="1633"/>
                      <a:pt x="8153" y="1053"/>
                    </a:cubicBezTo>
                    <a:cubicBezTo>
                      <a:pt x="8153" y="472"/>
                      <a:pt x="7681" y="0"/>
                      <a:pt x="7100" y="0"/>
                    </a:cubicBezTo>
                    <a:close/>
                    <a:moveTo>
                      <a:pt x="13152" y="0"/>
                    </a:moveTo>
                    <a:cubicBezTo>
                      <a:pt x="12572" y="0"/>
                      <a:pt x="12100" y="471"/>
                      <a:pt x="12099" y="1053"/>
                    </a:cubicBezTo>
                    <a:cubicBezTo>
                      <a:pt x="12099" y="1633"/>
                      <a:pt x="12572" y="2104"/>
                      <a:pt x="13152" y="2104"/>
                    </a:cubicBezTo>
                    <a:cubicBezTo>
                      <a:pt x="13732" y="2104"/>
                      <a:pt x="14199" y="1633"/>
                      <a:pt x="14199" y="1053"/>
                    </a:cubicBezTo>
                    <a:cubicBezTo>
                      <a:pt x="14199" y="472"/>
                      <a:pt x="13732" y="0"/>
                      <a:pt x="13152" y="0"/>
                    </a:cubicBezTo>
                    <a:close/>
                    <a:moveTo>
                      <a:pt x="19200" y="0"/>
                    </a:moveTo>
                    <a:cubicBezTo>
                      <a:pt x="18619" y="0"/>
                      <a:pt x="18147" y="471"/>
                      <a:pt x="18149" y="1053"/>
                    </a:cubicBezTo>
                    <a:cubicBezTo>
                      <a:pt x="18149" y="1633"/>
                      <a:pt x="18621" y="2104"/>
                      <a:pt x="19200" y="2104"/>
                    </a:cubicBezTo>
                    <a:cubicBezTo>
                      <a:pt x="19781" y="2104"/>
                      <a:pt x="20253" y="1633"/>
                      <a:pt x="20253" y="1053"/>
                    </a:cubicBezTo>
                    <a:cubicBezTo>
                      <a:pt x="20253" y="472"/>
                      <a:pt x="19781" y="0"/>
                      <a:pt x="19200" y="0"/>
                    </a:cubicBezTo>
                    <a:close/>
                    <a:moveTo>
                      <a:pt x="25248" y="0"/>
                    </a:moveTo>
                    <a:cubicBezTo>
                      <a:pt x="24667" y="0"/>
                      <a:pt x="24196" y="471"/>
                      <a:pt x="24196" y="1053"/>
                    </a:cubicBezTo>
                    <a:cubicBezTo>
                      <a:pt x="24196" y="1633"/>
                      <a:pt x="24667" y="2104"/>
                      <a:pt x="25248" y="2104"/>
                    </a:cubicBezTo>
                    <a:cubicBezTo>
                      <a:pt x="25829" y="2104"/>
                      <a:pt x="26299" y="1633"/>
                      <a:pt x="26299" y="1053"/>
                    </a:cubicBezTo>
                    <a:cubicBezTo>
                      <a:pt x="26299" y="472"/>
                      <a:pt x="25827" y="0"/>
                      <a:pt x="25248" y="0"/>
                    </a:cubicBezTo>
                    <a:close/>
                    <a:moveTo>
                      <a:pt x="31299" y="0"/>
                    </a:moveTo>
                    <a:cubicBezTo>
                      <a:pt x="30719" y="0"/>
                      <a:pt x="30248" y="471"/>
                      <a:pt x="30248" y="1053"/>
                    </a:cubicBezTo>
                    <a:cubicBezTo>
                      <a:pt x="30248" y="1633"/>
                      <a:pt x="30719" y="2104"/>
                      <a:pt x="31299" y="2104"/>
                    </a:cubicBezTo>
                    <a:cubicBezTo>
                      <a:pt x="31880" y="2104"/>
                      <a:pt x="32351" y="1633"/>
                      <a:pt x="32351" y="1053"/>
                    </a:cubicBezTo>
                    <a:cubicBezTo>
                      <a:pt x="32351" y="472"/>
                      <a:pt x="31880" y="0"/>
                      <a:pt x="31299" y="0"/>
                    </a:cubicBezTo>
                    <a:close/>
                    <a:moveTo>
                      <a:pt x="37348" y="0"/>
                    </a:moveTo>
                    <a:cubicBezTo>
                      <a:pt x="36767" y="0"/>
                      <a:pt x="36296" y="471"/>
                      <a:pt x="36296" y="1053"/>
                    </a:cubicBezTo>
                    <a:cubicBezTo>
                      <a:pt x="36296" y="1633"/>
                      <a:pt x="36767" y="2104"/>
                      <a:pt x="37348" y="2104"/>
                    </a:cubicBezTo>
                    <a:cubicBezTo>
                      <a:pt x="37928" y="2104"/>
                      <a:pt x="38399" y="1633"/>
                      <a:pt x="38399" y="1053"/>
                    </a:cubicBezTo>
                    <a:cubicBezTo>
                      <a:pt x="38399" y="472"/>
                      <a:pt x="37928" y="0"/>
                      <a:pt x="37348" y="0"/>
                    </a:cubicBezTo>
                    <a:close/>
                    <a:moveTo>
                      <a:pt x="43397" y="0"/>
                    </a:moveTo>
                    <a:cubicBezTo>
                      <a:pt x="42814" y="0"/>
                      <a:pt x="42343" y="471"/>
                      <a:pt x="42343" y="1053"/>
                    </a:cubicBezTo>
                    <a:cubicBezTo>
                      <a:pt x="42343" y="1633"/>
                      <a:pt x="42816" y="2104"/>
                      <a:pt x="43397" y="2104"/>
                    </a:cubicBezTo>
                    <a:cubicBezTo>
                      <a:pt x="43981" y="2104"/>
                      <a:pt x="44448" y="1633"/>
                      <a:pt x="44448" y="1053"/>
                    </a:cubicBezTo>
                    <a:cubicBezTo>
                      <a:pt x="44448" y="472"/>
                      <a:pt x="43981" y="0"/>
                      <a:pt x="433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55"/>
              <p:cNvSpPr/>
              <p:nvPr/>
            </p:nvSpPr>
            <p:spPr>
              <a:xfrm>
                <a:off x="1501625" y="1077875"/>
                <a:ext cx="960000" cy="52625"/>
              </a:xfrm>
              <a:custGeom>
                <a:rect b="b" l="l" r="r" t="t"/>
                <a:pathLst>
                  <a:path extrusionOk="0" h="2105" w="38400">
                    <a:moveTo>
                      <a:pt x="1053" y="1"/>
                    </a:moveTo>
                    <a:cubicBezTo>
                      <a:pt x="472" y="1"/>
                      <a:pt x="0" y="471"/>
                      <a:pt x="0" y="1052"/>
                    </a:cubicBezTo>
                    <a:cubicBezTo>
                      <a:pt x="0" y="1632"/>
                      <a:pt x="472" y="2104"/>
                      <a:pt x="1053" y="2104"/>
                    </a:cubicBezTo>
                    <a:cubicBezTo>
                      <a:pt x="1632" y="2104"/>
                      <a:pt x="2104" y="1632"/>
                      <a:pt x="2104" y="1052"/>
                    </a:cubicBezTo>
                    <a:cubicBezTo>
                      <a:pt x="2104" y="471"/>
                      <a:pt x="1632" y="1"/>
                      <a:pt x="1053" y="1"/>
                    </a:cubicBezTo>
                    <a:close/>
                    <a:moveTo>
                      <a:pt x="7100" y="1"/>
                    </a:moveTo>
                    <a:cubicBezTo>
                      <a:pt x="6519" y="1"/>
                      <a:pt x="6048" y="471"/>
                      <a:pt x="6049" y="1052"/>
                    </a:cubicBezTo>
                    <a:cubicBezTo>
                      <a:pt x="6049" y="1632"/>
                      <a:pt x="6521" y="2104"/>
                      <a:pt x="7100" y="2104"/>
                    </a:cubicBezTo>
                    <a:cubicBezTo>
                      <a:pt x="7681" y="2104"/>
                      <a:pt x="8153" y="1632"/>
                      <a:pt x="8153" y="1052"/>
                    </a:cubicBezTo>
                    <a:cubicBezTo>
                      <a:pt x="8153" y="471"/>
                      <a:pt x="7681" y="1"/>
                      <a:pt x="7100" y="1"/>
                    </a:cubicBezTo>
                    <a:close/>
                    <a:moveTo>
                      <a:pt x="13152" y="1"/>
                    </a:moveTo>
                    <a:cubicBezTo>
                      <a:pt x="12572" y="1"/>
                      <a:pt x="12100" y="471"/>
                      <a:pt x="12099" y="1052"/>
                    </a:cubicBezTo>
                    <a:cubicBezTo>
                      <a:pt x="12099" y="1632"/>
                      <a:pt x="12572" y="2104"/>
                      <a:pt x="13152" y="2104"/>
                    </a:cubicBezTo>
                    <a:cubicBezTo>
                      <a:pt x="13732" y="2104"/>
                      <a:pt x="14199" y="1632"/>
                      <a:pt x="14199" y="1052"/>
                    </a:cubicBezTo>
                    <a:cubicBezTo>
                      <a:pt x="14199" y="471"/>
                      <a:pt x="13732" y="1"/>
                      <a:pt x="13152" y="1"/>
                    </a:cubicBezTo>
                    <a:close/>
                    <a:moveTo>
                      <a:pt x="19200" y="1"/>
                    </a:moveTo>
                    <a:cubicBezTo>
                      <a:pt x="18619" y="1"/>
                      <a:pt x="18147" y="471"/>
                      <a:pt x="18149" y="1052"/>
                    </a:cubicBezTo>
                    <a:cubicBezTo>
                      <a:pt x="18149" y="1632"/>
                      <a:pt x="18621" y="2104"/>
                      <a:pt x="19200" y="2104"/>
                    </a:cubicBezTo>
                    <a:cubicBezTo>
                      <a:pt x="19781" y="2104"/>
                      <a:pt x="20253" y="1632"/>
                      <a:pt x="20253" y="1052"/>
                    </a:cubicBezTo>
                    <a:cubicBezTo>
                      <a:pt x="20253" y="471"/>
                      <a:pt x="19781" y="1"/>
                      <a:pt x="19200" y="1"/>
                    </a:cubicBezTo>
                    <a:close/>
                    <a:moveTo>
                      <a:pt x="25248" y="1"/>
                    </a:moveTo>
                    <a:cubicBezTo>
                      <a:pt x="24667" y="1"/>
                      <a:pt x="24196" y="471"/>
                      <a:pt x="24196" y="1052"/>
                    </a:cubicBezTo>
                    <a:cubicBezTo>
                      <a:pt x="24196" y="1632"/>
                      <a:pt x="24667" y="2104"/>
                      <a:pt x="25248" y="2104"/>
                    </a:cubicBezTo>
                    <a:cubicBezTo>
                      <a:pt x="25829" y="2104"/>
                      <a:pt x="26299" y="1632"/>
                      <a:pt x="26299" y="1052"/>
                    </a:cubicBezTo>
                    <a:cubicBezTo>
                      <a:pt x="26299" y="471"/>
                      <a:pt x="25827" y="1"/>
                      <a:pt x="25248" y="1"/>
                    </a:cubicBezTo>
                    <a:close/>
                    <a:moveTo>
                      <a:pt x="31299" y="1"/>
                    </a:moveTo>
                    <a:cubicBezTo>
                      <a:pt x="30719" y="1"/>
                      <a:pt x="30248" y="471"/>
                      <a:pt x="30248" y="1052"/>
                    </a:cubicBezTo>
                    <a:cubicBezTo>
                      <a:pt x="30248" y="1632"/>
                      <a:pt x="30719" y="2104"/>
                      <a:pt x="31299" y="2104"/>
                    </a:cubicBezTo>
                    <a:cubicBezTo>
                      <a:pt x="31880" y="2104"/>
                      <a:pt x="32351" y="1632"/>
                      <a:pt x="32351" y="1052"/>
                    </a:cubicBezTo>
                    <a:cubicBezTo>
                      <a:pt x="32351" y="471"/>
                      <a:pt x="31880" y="1"/>
                      <a:pt x="31299" y="1"/>
                    </a:cubicBezTo>
                    <a:close/>
                    <a:moveTo>
                      <a:pt x="37348" y="1"/>
                    </a:moveTo>
                    <a:cubicBezTo>
                      <a:pt x="36767" y="1"/>
                      <a:pt x="36296" y="471"/>
                      <a:pt x="36296" y="1052"/>
                    </a:cubicBezTo>
                    <a:cubicBezTo>
                      <a:pt x="36296" y="1632"/>
                      <a:pt x="36767" y="2104"/>
                      <a:pt x="37348" y="2104"/>
                    </a:cubicBezTo>
                    <a:cubicBezTo>
                      <a:pt x="37928" y="2104"/>
                      <a:pt x="38399" y="1632"/>
                      <a:pt x="38399" y="1052"/>
                    </a:cubicBezTo>
                    <a:cubicBezTo>
                      <a:pt x="38399" y="471"/>
                      <a:pt x="37928" y="1"/>
                      <a:pt x="373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55"/>
              <p:cNvSpPr/>
              <p:nvPr/>
            </p:nvSpPr>
            <p:spPr>
              <a:xfrm>
                <a:off x="1350325" y="1077825"/>
                <a:ext cx="54700" cy="52650"/>
              </a:xfrm>
              <a:custGeom>
                <a:rect b="b" l="l" r="r" t="t"/>
                <a:pathLst>
                  <a:path extrusionOk="0" h="2106" w="2188">
                    <a:moveTo>
                      <a:pt x="1051" y="0"/>
                    </a:moveTo>
                    <a:cubicBezTo>
                      <a:pt x="778" y="0"/>
                      <a:pt x="505" y="115"/>
                      <a:pt x="311" y="308"/>
                    </a:cubicBezTo>
                    <a:cubicBezTo>
                      <a:pt x="113" y="506"/>
                      <a:pt x="0" y="777"/>
                      <a:pt x="0" y="1054"/>
                    </a:cubicBezTo>
                    <a:cubicBezTo>
                      <a:pt x="0" y="1332"/>
                      <a:pt x="113" y="1602"/>
                      <a:pt x="311" y="1798"/>
                    </a:cubicBezTo>
                    <a:cubicBezTo>
                      <a:pt x="503" y="1991"/>
                      <a:pt x="778" y="2105"/>
                      <a:pt x="1051" y="2105"/>
                    </a:cubicBezTo>
                    <a:cubicBezTo>
                      <a:pt x="1329" y="2105"/>
                      <a:pt x="1603" y="1991"/>
                      <a:pt x="1796" y="1798"/>
                    </a:cubicBezTo>
                    <a:cubicBezTo>
                      <a:pt x="2187" y="1407"/>
                      <a:pt x="2187" y="699"/>
                      <a:pt x="1796" y="308"/>
                    </a:cubicBezTo>
                    <a:cubicBezTo>
                      <a:pt x="1604" y="113"/>
                      <a:pt x="1329" y="0"/>
                      <a:pt x="10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55"/>
              <p:cNvSpPr/>
              <p:nvPr/>
            </p:nvSpPr>
            <p:spPr>
              <a:xfrm>
                <a:off x="1501625" y="970025"/>
                <a:ext cx="808800" cy="52625"/>
              </a:xfrm>
              <a:custGeom>
                <a:rect b="b" l="l" r="r" t="t"/>
                <a:pathLst>
                  <a:path extrusionOk="0" h="2105" w="32352">
                    <a:moveTo>
                      <a:pt x="1053" y="1"/>
                    </a:moveTo>
                    <a:cubicBezTo>
                      <a:pt x="472" y="1"/>
                      <a:pt x="0" y="471"/>
                      <a:pt x="0" y="1053"/>
                    </a:cubicBezTo>
                    <a:cubicBezTo>
                      <a:pt x="0" y="1633"/>
                      <a:pt x="472" y="2104"/>
                      <a:pt x="1053" y="2104"/>
                    </a:cubicBezTo>
                    <a:cubicBezTo>
                      <a:pt x="1632" y="2104"/>
                      <a:pt x="2104" y="1633"/>
                      <a:pt x="2104" y="1053"/>
                    </a:cubicBezTo>
                    <a:cubicBezTo>
                      <a:pt x="2104" y="473"/>
                      <a:pt x="1632" y="1"/>
                      <a:pt x="1053" y="1"/>
                    </a:cubicBezTo>
                    <a:close/>
                    <a:moveTo>
                      <a:pt x="7100" y="1"/>
                    </a:moveTo>
                    <a:cubicBezTo>
                      <a:pt x="6519" y="1"/>
                      <a:pt x="6048" y="471"/>
                      <a:pt x="6049" y="1053"/>
                    </a:cubicBezTo>
                    <a:cubicBezTo>
                      <a:pt x="6049" y="1633"/>
                      <a:pt x="6521" y="2104"/>
                      <a:pt x="7100" y="2104"/>
                    </a:cubicBezTo>
                    <a:cubicBezTo>
                      <a:pt x="7681" y="2104"/>
                      <a:pt x="8153" y="1633"/>
                      <a:pt x="8153" y="1053"/>
                    </a:cubicBezTo>
                    <a:cubicBezTo>
                      <a:pt x="8153" y="473"/>
                      <a:pt x="7681" y="1"/>
                      <a:pt x="7100" y="1"/>
                    </a:cubicBezTo>
                    <a:close/>
                    <a:moveTo>
                      <a:pt x="13152" y="1"/>
                    </a:moveTo>
                    <a:cubicBezTo>
                      <a:pt x="12572" y="1"/>
                      <a:pt x="12100" y="471"/>
                      <a:pt x="12099" y="1053"/>
                    </a:cubicBezTo>
                    <a:cubicBezTo>
                      <a:pt x="12099" y="1633"/>
                      <a:pt x="12572" y="2104"/>
                      <a:pt x="13152" y="2104"/>
                    </a:cubicBezTo>
                    <a:cubicBezTo>
                      <a:pt x="13732" y="2104"/>
                      <a:pt x="14199" y="1633"/>
                      <a:pt x="14199" y="1053"/>
                    </a:cubicBezTo>
                    <a:cubicBezTo>
                      <a:pt x="14199" y="473"/>
                      <a:pt x="13732" y="1"/>
                      <a:pt x="13152" y="1"/>
                    </a:cubicBezTo>
                    <a:close/>
                    <a:moveTo>
                      <a:pt x="19200" y="1"/>
                    </a:moveTo>
                    <a:cubicBezTo>
                      <a:pt x="18619" y="1"/>
                      <a:pt x="18147" y="471"/>
                      <a:pt x="18149" y="1053"/>
                    </a:cubicBezTo>
                    <a:cubicBezTo>
                      <a:pt x="18149" y="1633"/>
                      <a:pt x="18621" y="2104"/>
                      <a:pt x="19200" y="2104"/>
                    </a:cubicBezTo>
                    <a:cubicBezTo>
                      <a:pt x="19781" y="2104"/>
                      <a:pt x="20253" y="1633"/>
                      <a:pt x="20253" y="1053"/>
                    </a:cubicBezTo>
                    <a:cubicBezTo>
                      <a:pt x="20253" y="473"/>
                      <a:pt x="19781" y="1"/>
                      <a:pt x="19200" y="1"/>
                    </a:cubicBezTo>
                    <a:close/>
                    <a:moveTo>
                      <a:pt x="25248" y="1"/>
                    </a:moveTo>
                    <a:cubicBezTo>
                      <a:pt x="24667" y="1"/>
                      <a:pt x="24196" y="471"/>
                      <a:pt x="24196" y="1053"/>
                    </a:cubicBezTo>
                    <a:cubicBezTo>
                      <a:pt x="24196" y="1633"/>
                      <a:pt x="24667" y="2104"/>
                      <a:pt x="25248" y="2104"/>
                    </a:cubicBezTo>
                    <a:cubicBezTo>
                      <a:pt x="25829" y="2104"/>
                      <a:pt x="26299" y="1633"/>
                      <a:pt x="26299" y="1053"/>
                    </a:cubicBezTo>
                    <a:cubicBezTo>
                      <a:pt x="26299" y="473"/>
                      <a:pt x="25827" y="1"/>
                      <a:pt x="25248" y="1"/>
                    </a:cubicBezTo>
                    <a:close/>
                    <a:moveTo>
                      <a:pt x="31299" y="1"/>
                    </a:moveTo>
                    <a:cubicBezTo>
                      <a:pt x="30719" y="1"/>
                      <a:pt x="30248" y="471"/>
                      <a:pt x="30248" y="1053"/>
                    </a:cubicBezTo>
                    <a:cubicBezTo>
                      <a:pt x="30248" y="1633"/>
                      <a:pt x="30719" y="2104"/>
                      <a:pt x="31299" y="2104"/>
                    </a:cubicBezTo>
                    <a:cubicBezTo>
                      <a:pt x="31880" y="2104"/>
                      <a:pt x="32351" y="1633"/>
                      <a:pt x="32351" y="1053"/>
                    </a:cubicBezTo>
                    <a:cubicBezTo>
                      <a:pt x="32351" y="473"/>
                      <a:pt x="31880" y="1"/>
                      <a:pt x="312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55"/>
              <p:cNvSpPr/>
              <p:nvPr/>
            </p:nvSpPr>
            <p:spPr>
              <a:xfrm>
                <a:off x="1350325" y="970000"/>
                <a:ext cx="54700" cy="52650"/>
              </a:xfrm>
              <a:custGeom>
                <a:rect b="b" l="l" r="r" t="t"/>
                <a:pathLst>
                  <a:path extrusionOk="0" h="2106" w="2188">
                    <a:moveTo>
                      <a:pt x="1051" y="1"/>
                    </a:moveTo>
                    <a:cubicBezTo>
                      <a:pt x="778" y="1"/>
                      <a:pt x="505" y="115"/>
                      <a:pt x="311" y="307"/>
                    </a:cubicBezTo>
                    <a:cubicBezTo>
                      <a:pt x="113" y="506"/>
                      <a:pt x="0" y="777"/>
                      <a:pt x="0" y="1054"/>
                    </a:cubicBezTo>
                    <a:cubicBezTo>
                      <a:pt x="0" y="1330"/>
                      <a:pt x="113" y="1600"/>
                      <a:pt x="311" y="1799"/>
                    </a:cubicBezTo>
                    <a:cubicBezTo>
                      <a:pt x="503" y="1991"/>
                      <a:pt x="778" y="2105"/>
                      <a:pt x="1051" y="2105"/>
                    </a:cubicBezTo>
                    <a:cubicBezTo>
                      <a:pt x="1329" y="2105"/>
                      <a:pt x="1603" y="1991"/>
                      <a:pt x="1796" y="1799"/>
                    </a:cubicBezTo>
                    <a:cubicBezTo>
                      <a:pt x="2187" y="1407"/>
                      <a:pt x="2187" y="701"/>
                      <a:pt x="1796" y="307"/>
                    </a:cubicBezTo>
                    <a:cubicBezTo>
                      <a:pt x="1604" y="115"/>
                      <a:pt x="1329" y="1"/>
                      <a:pt x="10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56"/>
          <p:cNvPicPr preferRelativeResize="0"/>
          <p:nvPr/>
        </p:nvPicPr>
        <p:blipFill rotWithShape="1">
          <a:blip r:embed="rId2">
            <a:alphaModFix amt="49000"/>
          </a:blip>
          <a:srcRect b="0" l="0" r="0" t="0"/>
          <a:stretch/>
        </p:blipFill>
        <p:spPr>
          <a:xfrm flipH="1" rot="10800000"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28" name="Google Shape;428;p56"/>
          <p:cNvGrpSpPr/>
          <p:nvPr/>
        </p:nvGrpSpPr>
        <p:grpSpPr>
          <a:xfrm>
            <a:off x="-76200" y="51338"/>
            <a:ext cx="9140088" cy="5042738"/>
            <a:chOff x="-76200" y="51338"/>
            <a:chExt cx="9140088" cy="5042738"/>
          </a:xfrm>
        </p:grpSpPr>
        <p:grpSp>
          <p:nvGrpSpPr>
            <p:cNvPr id="429" name="Google Shape;429;p56"/>
            <p:cNvGrpSpPr/>
            <p:nvPr/>
          </p:nvGrpSpPr>
          <p:grpSpPr>
            <a:xfrm rot="5400000">
              <a:off x="7611325" y="959250"/>
              <a:ext cx="2360475" cy="544650"/>
              <a:chOff x="1492450" y="1911750"/>
              <a:chExt cx="2360475" cy="544650"/>
            </a:xfrm>
          </p:grpSpPr>
          <p:sp>
            <p:nvSpPr>
              <p:cNvPr id="430" name="Google Shape;430;p56"/>
              <p:cNvSpPr/>
              <p:nvPr/>
            </p:nvSpPr>
            <p:spPr>
              <a:xfrm>
                <a:off x="3086750" y="2015325"/>
                <a:ext cx="154050" cy="4100"/>
              </a:xfrm>
              <a:custGeom>
                <a:rect b="b" l="l" r="r" t="t"/>
                <a:pathLst>
                  <a:path extrusionOk="0" h="164" w="6162">
                    <a:moveTo>
                      <a:pt x="82" y="0"/>
                    </a:moveTo>
                    <a:cubicBezTo>
                      <a:pt x="36" y="0"/>
                      <a:pt x="1" y="37"/>
                      <a:pt x="1" y="82"/>
                    </a:cubicBezTo>
                    <a:cubicBezTo>
                      <a:pt x="1" y="126"/>
                      <a:pt x="36" y="163"/>
                      <a:pt x="82" y="163"/>
                    </a:cubicBezTo>
                    <a:lnTo>
                      <a:pt x="6080" y="163"/>
                    </a:lnTo>
                    <a:cubicBezTo>
                      <a:pt x="6127" y="163"/>
                      <a:pt x="6161" y="126"/>
                      <a:pt x="6161" y="82"/>
                    </a:cubicBezTo>
                    <a:cubicBezTo>
                      <a:pt x="6161" y="37"/>
                      <a:pt x="6124" y="0"/>
                      <a:pt x="60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56"/>
              <p:cNvSpPr/>
              <p:nvPr/>
            </p:nvSpPr>
            <p:spPr>
              <a:xfrm>
                <a:off x="32233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8" y="1234"/>
                      <a:pt x="1234" y="957"/>
                      <a:pt x="1234" y="617"/>
                    </a:cubicBezTo>
                    <a:cubicBezTo>
                      <a:pt x="1234" y="277"/>
                      <a:pt x="958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56"/>
              <p:cNvSpPr/>
              <p:nvPr/>
            </p:nvSpPr>
            <p:spPr>
              <a:xfrm>
                <a:off x="26791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29" y="0"/>
                    </a:moveTo>
                    <a:cubicBezTo>
                      <a:pt x="147" y="0"/>
                      <a:pt x="1" y="147"/>
                      <a:pt x="1" y="330"/>
                    </a:cubicBezTo>
                    <a:cubicBezTo>
                      <a:pt x="1" y="511"/>
                      <a:pt x="148" y="658"/>
                      <a:pt x="329" y="658"/>
                    </a:cubicBezTo>
                    <a:lnTo>
                      <a:pt x="1095" y="658"/>
                    </a:lnTo>
                    <a:cubicBezTo>
                      <a:pt x="1277" y="658"/>
                      <a:pt x="1425" y="511"/>
                      <a:pt x="1425" y="330"/>
                    </a:cubicBezTo>
                    <a:cubicBezTo>
                      <a:pt x="1425" y="147"/>
                      <a:pt x="1277" y="0"/>
                      <a:pt x="10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56"/>
              <p:cNvSpPr/>
              <p:nvPr/>
            </p:nvSpPr>
            <p:spPr>
              <a:xfrm>
                <a:off x="2740975" y="2009100"/>
                <a:ext cx="294175" cy="16475"/>
              </a:xfrm>
              <a:custGeom>
                <a:rect b="b" l="l" r="r" t="t"/>
                <a:pathLst>
                  <a:path extrusionOk="0" h="659" w="11767">
                    <a:moveTo>
                      <a:pt x="330" y="0"/>
                    </a:moveTo>
                    <a:cubicBezTo>
                      <a:pt x="148" y="0"/>
                      <a:pt x="1" y="147"/>
                      <a:pt x="1" y="330"/>
                    </a:cubicBezTo>
                    <a:cubicBezTo>
                      <a:pt x="1" y="511"/>
                      <a:pt x="150" y="658"/>
                      <a:pt x="330" y="658"/>
                    </a:cubicBezTo>
                    <a:lnTo>
                      <a:pt x="1825" y="658"/>
                    </a:lnTo>
                    <a:cubicBezTo>
                      <a:pt x="2006" y="658"/>
                      <a:pt x="2154" y="511"/>
                      <a:pt x="2154" y="330"/>
                    </a:cubicBezTo>
                    <a:cubicBezTo>
                      <a:pt x="2154" y="147"/>
                      <a:pt x="2006" y="0"/>
                      <a:pt x="1825" y="0"/>
                    </a:cubicBezTo>
                    <a:close/>
                    <a:moveTo>
                      <a:pt x="3534" y="0"/>
                    </a:moveTo>
                    <a:cubicBezTo>
                      <a:pt x="3353" y="0"/>
                      <a:pt x="3206" y="147"/>
                      <a:pt x="3206" y="330"/>
                    </a:cubicBezTo>
                    <a:cubicBezTo>
                      <a:pt x="3206" y="511"/>
                      <a:pt x="3354" y="658"/>
                      <a:pt x="3534" y="658"/>
                    </a:cubicBezTo>
                    <a:lnTo>
                      <a:pt x="5029" y="658"/>
                    </a:lnTo>
                    <a:cubicBezTo>
                      <a:pt x="5211" y="658"/>
                      <a:pt x="5358" y="511"/>
                      <a:pt x="5358" y="330"/>
                    </a:cubicBezTo>
                    <a:cubicBezTo>
                      <a:pt x="5358" y="147"/>
                      <a:pt x="5211" y="0"/>
                      <a:pt x="5029" y="0"/>
                    </a:cubicBezTo>
                    <a:close/>
                    <a:moveTo>
                      <a:pt x="6739" y="0"/>
                    </a:moveTo>
                    <a:cubicBezTo>
                      <a:pt x="6556" y="0"/>
                      <a:pt x="6410" y="147"/>
                      <a:pt x="6410" y="330"/>
                    </a:cubicBezTo>
                    <a:cubicBezTo>
                      <a:pt x="6410" y="511"/>
                      <a:pt x="6558" y="658"/>
                      <a:pt x="6739" y="658"/>
                    </a:cubicBezTo>
                    <a:lnTo>
                      <a:pt x="8234" y="658"/>
                    </a:lnTo>
                    <a:cubicBezTo>
                      <a:pt x="8414" y="658"/>
                      <a:pt x="8562" y="511"/>
                      <a:pt x="8562" y="330"/>
                    </a:cubicBezTo>
                    <a:cubicBezTo>
                      <a:pt x="8562" y="147"/>
                      <a:pt x="8414" y="0"/>
                      <a:pt x="8234" y="0"/>
                    </a:cubicBezTo>
                    <a:close/>
                    <a:moveTo>
                      <a:pt x="9942" y="0"/>
                    </a:moveTo>
                    <a:cubicBezTo>
                      <a:pt x="9760" y="0"/>
                      <a:pt x="9613" y="147"/>
                      <a:pt x="9613" y="330"/>
                    </a:cubicBezTo>
                    <a:cubicBezTo>
                      <a:pt x="9613" y="511"/>
                      <a:pt x="9761" y="658"/>
                      <a:pt x="9942" y="658"/>
                    </a:cubicBezTo>
                    <a:lnTo>
                      <a:pt x="11437" y="658"/>
                    </a:lnTo>
                    <a:cubicBezTo>
                      <a:pt x="11619" y="658"/>
                      <a:pt x="11766" y="511"/>
                      <a:pt x="11766" y="330"/>
                    </a:cubicBezTo>
                    <a:cubicBezTo>
                      <a:pt x="11766" y="147"/>
                      <a:pt x="11617" y="0"/>
                      <a:pt x="114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56"/>
              <p:cNvSpPr/>
              <p:nvPr/>
            </p:nvSpPr>
            <p:spPr>
              <a:xfrm>
                <a:off x="30614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30" y="0"/>
                    </a:moveTo>
                    <a:cubicBezTo>
                      <a:pt x="147" y="0"/>
                      <a:pt x="0" y="147"/>
                      <a:pt x="0" y="330"/>
                    </a:cubicBezTo>
                    <a:cubicBezTo>
                      <a:pt x="0" y="511"/>
                      <a:pt x="148" y="658"/>
                      <a:pt x="330" y="658"/>
                    </a:cubicBezTo>
                    <a:lnTo>
                      <a:pt x="1096" y="658"/>
                    </a:lnTo>
                    <a:cubicBezTo>
                      <a:pt x="1278" y="658"/>
                      <a:pt x="1424" y="511"/>
                      <a:pt x="1424" y="330"/>
                    </a:cubicBezTo>
                    <a:cubicBezTo>
                      <a:pt x="1424" y="147"/>
                      <a:pt x="1277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56"/>
              <p:cNvSpPr/>
              <p:nvPr/>
            </p:nvSpPr>
            <p:spPr>
              <a:xfrm>
                <a:off x="1520225" y="2015300"/>
                <a:ext cx="1169125" cy="235550"/>
              </a:xfrm>
              <a:custGeom>
                <a:rect b="b" l="l" r="r" t="t"/>
                <a:pathLst>
                  <a:path extrusionOk="0" h="9422" w="46765">
                    <a:moveTo>
                      <a:pt x="9349" y="0"/>
                    </a:moveTo>
                    <a:cubicBezTo>
                      <a:pt x="9328" y="0"/>
                      <a:pt x="9306" y="9"/>
                      <a:pt x="9291" y="24"/>
                    </a:cubicBezTo>
                    <a:lnTo>
                      <a:pt x="34" y="9281"/>
                    </a:lnTo>
                    <a:cubicBezTo>
                      <a:pt x="1" y="9313"/>
                      <a:pt x="1" y="9365"/>
                      <a:pt x="34" y="9397"/>
                    </a:cubicBezTo>
                    <a:cubicBezTo>
                      <a:pt x="50" y="9413"/>
                      <a:pt x="70" y="9421"/>
                      <a:pt x="92" y="9421"/>
                    </a:cubicBezTo>
                    <a:cubicBezTo>
                      <a:pt x="114" y="9421"/>
                      <a:pt x="135" y="9414"/>
                      <a:pt x="152" y="9395"/>
                    </a:cubicBezTo>
                    <a:lnTo>
                      <a:pt x="9384" y="163"/>
                    </a:lnTo>
                    <a:lnTo>
                      <a:pt x="46683" y="163"/>
                    </a:lnTo>
                    <a:cubicBezTo>
                      <a:pt x="46727" y="163"/>
                      <a:pt x="46764" y="126"/>
                      <a:pt x="46764" y="82"/>
                    </a:cubicBezTo>
                    <a:cubicBezTo>
                      <a:pt x="46764" y="36"/>
                      <a:pt x="46727" y="0"/>
                      <a:pt x="46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56"/>
              <p:cNvSpPr/>
              <p:nvPr/>
            </p:nvSpPr>
            <p:spPr>
              <a:xfrm>
                <a:off x="2102650" y="1925075"/>
                <a:ext cx="175350" cy="94350"/>
              </a:xfrm>
              <a:custGeom>
                <a:rect b="b" l="l" r="r" t="t"/>
                <a:pathLst>
                  <a:path extrusionOk="0" h="3774" w="7014">
                    <a:moveTo>
                      <a:pt x="3699" y="1"/>
                    </a:moveTo>
                    <a:cubicBezTo>
                      <a:pt x="3677" y="1"/>
                      <a:pt x="3655" y="11"/>
                      <a:pt x="3641" y="25"/>
                    </a:cubicBezTo>
                    <a:lnTo>
                      <a:pt x="33" y="3633"/>
                    </a:lnTo>
                    <a:cubicBezTo>
                      <a:pt x="0" y="3665"/>
                      <a:pt x="0" y="3717"/>
                      <a:pt x="33" y="3748"/>
                    </a:cubicBezTo>
                    <a:cubicBezTo>
                      <a:pt x="49" y="3765"/>
                      <a:pt x="70" y="3773"/>
                      <a:pt x="92" y="3773"/>
                    </a:cubicBezTo>
                    <a:cubicBezTo>
                      <a:pt x="113" y="3773"/>
                      <a:pt x="133" y="3766"/>
                      <a:pt x="149" y="3747"/>
                    </a:cubicBezTo>
                    <a:lnTo>
                      <a:pt x="3734" y="164"/>
                    </a:lnTo>
                    <a:lnTo>
                      <a:pt x="6932" y="164"/>
                    </a:lnTo>
                    <a:cubicBezTo>
                      <a:pt x="6976" y="164"/>
                      <a:pt x="7013" y="127"/>
                      <a:pt x="7013" y="82"/>
                    </a:cubicBezTo>
                    <a:cubicBezTo>
                      <a:pt x="7013" y="38"/>
                      <a:pt x="6976" y="1"/>
                      <a:pt x="69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56"/>
              <p:cNvSpPr/>
              <p:nvPr/>
            </p:nvSpPr>
            <p:spPr>
              <a:xfrm>
                <a:off x="2260500" y="1911750"/>
                <a:ext cx="30900" cy="30875"/>
              </a:xfrm>
              <a:custGeom>
                <a:rect b="b" l="l" r="r" t="t"/>
                <a:pathLst>
                  <a:path extrusionOk="0" h="1235" w="1236">
                    <a:moveTo>
                      <a:pt x="618" y="0"/>
                    </a:moveTo>
                    <a:cubicBezTo>
                      <a:pt x="278" y="0"/>
                      <a:pt x="0" y="276"/>
                      <a:pt x="0" y="617"/>
                    </a:cubicBezTo>
                    <a:cubicBezTo>
                      <a:pt x="0" y="958"/>
                      <a:pt x="278" y="1234"/>
                      <a:pt x="618" y="1234"/>
                    </a:cubicBezTo>
                    <a:cubicBezTo>
                      <a:pt x="958" y="1234"/>
                      <a:pt x="1235" y="958"/>
                      <a:pt x="1235" y="617"/>
                    </a:cubicBezTo>
                    <a:cubicBezTo>
                      <a:pt x="1235" y="276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56"/>
              <p:cNvSpPr/>
              <p:nvPr/>
            </p:nvSpPr>
            <p:spPr>
              <a:xfrm>
                <a:off x="2538650" y="2015275"/>
                <a:ext cx="461325" cy="131575"/>
              </a:xfrm>
              <a:custGeom>
                <a:rect b="b" l="l" r="r" t="t"/>
                <a:pathLst>
                  <a:path extrusionOk="0" h="5263" w="18453">
                    <a:moveTo>
                      <a:pt x="91" y="1"/>
                    </a:moveTo>
                    <a:cubicBezTo>
                      <a:pt x="70" y="1"/>
                      <a:pt x="49" y="9"/>
                      <a:pt x="33" y="25"/>
                    </a:cubicBezTo>
                    <a:cubicBezTo>
                      <a:pt x="0" y="57"/>
                      <a:pt x="0" y="109"/>
                      <a:pt x="33" y="140"/>
                    </a:cubicBezTo>
                    <a:lnTo>
                      <a:pt x="5130" y="5238"/>
                    </a:lnTo>
                    <a:cubicBezTo>
                      <a:pt x="5147" y="5254"/>
                      <a:pt x="5167" y="5263"/>
                      <a:pt x="5189" y="5263"/>
                    </a:cubicBezTo>
                    <a:lnTo>
                      <a:pt x="18372" y="5263"/>
                    </a:lnTo>
                    <a:cubicBezTo>
                      <a:pt x="18419" y="5263"/>
                      <a:pt x="18452" y="5225"/>
                      <a:pt x="18452" y="5180"/>
                    </a:cubicBezTo>
                    <a:cubicBezTo>
                      <a:pt x="18452" y="5135"/>
                      <a:pt x="18415" y="5099"/>
                      <a:pt x="18371" y="5099"/>
                    </a:cubicBezTo>
                    <a:lnTo>
                      <a:pt x="5222" y="5099"/>
                    </a:lnTo>
                    <a:lnTo>
                      <a:pt x="148" y="25"/>
                    </a:lnTo>
                    <a:cubicBezTo>
                      <a:pt x="133" y="9"/>
                      <a:pt x="112" y="1"/>
                      <a:pt x="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56"/>
              <p:cNvSpPr/>
              <p:nvPr/>
            </p:nvSpPr>
            <p:spPr>
              <a:xfrm>
                <a:off x="2982525" y="21293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1"/>
                    </a:moveTo>
                    <a:cubicBezTo>
                      <a:pt x="277" y="1"/>
                      <a:pt x="0" y="277"/>
                      <a:pt x="0" y="618"/>
                    </a:cubicBezTo>
                    <a:cubicBezTo>
                      <a:pt x="0" y="959"/>
                      <a:pt x="277" y="1235"/>
                      <a:pt x="617" y="1235"/>
                    </a:cubicBezTo>
                    <a:cubicBezTo>
                      <a:pt x="957" y="1235"/>
                      <a:pt x="1234" y="959"/>
                      <a:pt x="1234" y="618"/>
                    </a:cubicBezTo>
                    <a:cubicBezTo>
                      <a:pt x="1234" y="277"/>
                      <a:pt x="957" y="1"/>
                      <a:pt x="6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56"/>
              <p:cNvSpPr/>
              <p:nvPr/>
            </p:nvSpPr>
            <p:spPr>
              <a:xfrm>
                <a:off x="1997625" y="2015300"/>
                <a:ext cx="1841950" cy="415750"/>
              </a:xfrm>
              <a:custGeom>
                <a:rect b="b" l="l" r="r" t="t"/>
                <a:pathLst>
                  <a:path extrusionOk="0" h="16630" w="73678">
                    <a:moveTo>
                      <a:pt x="92" y="0"/>
                    </a:moveTo>
                    <a:cubicBezTo>
                      <a:pt x="71" y="0"/>
                      <a:pt x="50" y="8"/>
                      <a:pt x="33" y="24"/>
                    </a:cubicBezTo>
                    <a:cubicBezTo>
                      <a:pt x="1" y="56"/>
                      <a:pt x="1" y="108"/>
                      <a:pt x="33" y="139"/>
                    </a:cubicBezTo>
                    <a:lnTo>
                      <a:pt x="16498" y="16605"/>
                    </a:lnTo>
                    <a:cubicBezTo>
                      <a:pt x="16514" y="16621"/>
                      <a:pt x="16535" y="16629"/>
                      <a:pt x="16557" y="16629"/>
                    </a:cubicBezTo>
                    <a:lnTo>
                      <a:pt x="73595" y="16629"/>
                    </a:lnTo>
                    <a:cubicBezTo>
                      <a:pt x="73641" y="16629"/>
                      <a:pt x="73677" y="16592"/>
                      <a:pt x="73676" y="16548"/>
                    </a:cubicBezTo>
                    <a:cubicBezTo>
                      <a:pt x="73676" y="16503"/>
                      <a:pt x="73639" y="16466"/>
                      <a:pt x="73595" y="16466"/>
                    </a:cubicBezTo>
                    <a:lnTo>
                      <a:pt x="16590" y="16466"/>
                    </a:lnTo>
                    <a:lnTo>
                      <a:pt x="148" y="24"/>
                    </a:lnTo>
                    <a:cubicBezTo>
                      <a:pt x="133" y="8"/>
                      <a:pt x="112" y="0"/>
                      <a:pt x="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56"/>
              <p:cNvSpPr/>
              <p:nvPr/>
            </p:nvSpPr>
            <p:spPr>
              <a:xfrm>
                <a:off x="3822050" y="2413550"/>
                <a:ext cx="30875" cy="30850"/>
              </a:xfrm>
              <a:custGeom>
                <a:rect b="b" l="l" r="r" t="t"/>
                <a:pathLst>
                  <a:path extrusionOk="0" h="1234" w="1235">
                    <a:moveTo>
                      <a:pt x="618" y="0"/>
                    </a:moveTo>
                    <a:cubicBezTo>
                      <a:pt x="277" y="0"/>
                      <a:pt x="0" y="277"/>
                      <a:pt x="0" y="618"/>
                    </a:cubicBezTo>
                    <a:cubicBezTo>
                      <a:pt x="0" y="958"/>
                      <a:pt x="277" y="1234"/>
                      <a:pt x="618" y="1234"/>
                    </a:cubicBezTo>
                    <a:cubicBezTo>
                      <a:pt x="958" y="1234"/>
                      <a:pt x="1234" y="958"/>
                      <a:pt x="1234" y="618"/>
                    </a:cubicBezTo>
                    <a:cubicBezTo>
                      <a:pt x="1234" y="277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56"/>
              <p:cNvSpPr/>
              <p:nvPr/>
            </p:nvSpPr>
            <p:spPr>
              <a:xfrm>
                <a:off x="2220000" y="2015325"/>
                <a:ext cx="10525" cy="4100"/>
              </a:xfrm>
              <a:custGeom>
                <a:rect b="b" l="l" r="r" t="t"/>
                <a:pathLst>
                  <a:path extrusionOk="0" h="164" w="421">
                    <a:moveTo>
                      <a:pt x="82" y="0"/>
                    </a:moveTo>
                    <a:cubicBezTo>
                      <a:pt x="38" y="0"/>
                      <a:pt x="1" y="37"/>
                      <a:pt x="1" y="82"/>
                    </a:cubicBezTo>
                    <a:cubicBezTo>
                      <a:pt x="1" y="126"/>
                      <a:pt x="38" y="163"/>
                      <a:pt x="82" y="163"/>
                    </a:cubicBezTo>
                    <a:lnTo>
                      <a:pt x="339" y="163"/>
                    </a:lnTo>
                    <a:cubicBezTo>
                      <a:pt x="384" y="163"/>
                      <a:pt x="420" y="126"/>
                      <a:pt x="420" y="82"/>
                    </a:cubicBezTo>
                    <a:cubicBezTo>
                      <a:pt x="420" y="37"/>
                      <a:pt x="383" y="0"/>
                      <a:pt x="3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56"/>
              <p:cNvSpPr/>
              <p:nvPr/>
            </p:nvSpPr>
            <p:spPr>
              <a:xfrm>
                <a:off x="22130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8" y="0"/>
                    </a:moveTo>
                    <a:cubicBezTo>
                      <a:pt x="276" y="0"/>
                      <a:pt x="0" y="275"/>
                      <a:pt x="0" y="617"/>
                    </a:cubicBezTo>
                    <a:cubicBezTo>
                      <a:pt x="0" y="958"/>
                      <a:pt x="276" y="1234"/>
                      <a:pt x="618" y="1234"/>
                    </a:cubicBezTo>
                    <a:cubicBezTo>
                      <a:pt x="958" y="1234"/>
                      <a:pt x="1234" y="958"/>
                      <a:pt x="1234" y="617"/>
                    </a:cubicBezTo>
                    <a:cubicBezTo>
                      <a:pt x="1234" y="275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56"/>
              <p:cNvSpPr/>
              <p:nvPr/>
            </p:nvSpPr>
            <p:spPr>
              <a:xfrm>
                <a:off x="227515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3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56"/>
              <p:cNvSpPr/>
              <p:nvPr/>
            </p:nvSpPr>
            <p:spPr>
              <a:xfrm>
                <a:off x="22681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56"/>
              <p:cNvSpPr/>
              <p:nvPr/>
            </p:nvSpPr>
            <p:spPr>
              <a:xfrm>
                <a:off x="233030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2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56"/>
              <p:cNvSpPr/>
              <p:nvPr/>
            </p:nvSpPr>
            <p:spPr>
              <a:xfrm>
                <a:off x="23233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56"/>
              <p:cNvSpPr/>
              <p:nvPr/>
            </p:nvSpPr>
            <p:spPr>
              <a:xfrm>
                <a:off x="1492450" y="2221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56"/>
              <p:cNvSpPr/>
              <p:nvPr/>
            </p:nvSpPr>
            <p:spPr>
              <a:xfrm>
                <a:off x="2638300" y="2117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1"/>
                    </a:cubicBezTo>
                    <a:cubicBezTo>
                      <a:pt x="1" y="750"/>
                      <a:pt x="1" y="1443"/>
                      <a:pt x="428" y="1870"/>
                    </a:cubicBezTo>
                    <a:cubicBezTo>
                      <a:pt x="642" y="2085"/>
                      <a:pt x="923" y="2192"/>
                      <a:pt x="1203" y="2192"/>
                    </a:cubicBezTo>
                    <a:cubicBezTo>
                      <a:pt x="1483" y="2192"/>
                      <a:pt x="1764" y="2085"/>
                      <a:pt x="1977" y="1870"/>
                    </a:cubicBezTo>
                    <a:cubicBezTo>
                      <a:pt x="2406" y="1443"/>
                      <a:pt x="2406" y="750"/>
                      <a:pt x="1977" y="321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56"/>
              <p:cNvSpPr/>
              <p:nvPr/>
            </p:nvSpPr>
            <p:spPr>
              <a:xfrm>
                <a:off x="1723875" y="1989975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3" y="0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56"/>
              <p:cNvSpPr/>
              <p:nvPr/>
            </p:nvSpPr>
            <p:spPr>
              <a:xfrm>
                <a:off x="2381475" y="24016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2" y="0"/>
                      <a:pt x="642" y="107"/>
                      <a:pt x="428" y="322"/>
                    </a:cubicBezTo>
                    <a:cubicBezTo>
                      <a:pt x="0" y="749"/>
                      <a:pt x="0" y="1442"/>
                      <a:pt x="428" y="1871"/>
                    </a:cubicBezTo>
                    <a:cubicBezTo>
                      <a:pt x="642" y="2084"/>
                      <a:pt x="922" y="2191"/>
                      <a:pt x="1203" y="2191"/>
                    </a:cubicBezTo>
                    <a:cubicBezTo>
                      <a:pt x="1483" y="2191"/>
                      <a:pt x="1763" y="2084"/>
                      <a:pt x="1977" y="1871"/>
                    </a:cubicBezTo>
                    <a:cubicBezTo>
                      <a:pt x="2405" y="1442"/>
                      <a:pt x="2405" y="749"/>
                      <a:pt x="1977" y="322"/>
                    </a:cubicBezTo>
                    <a:cubicBezTo>
                      <a:pt x="1763" y="107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56"/>
              <p:cNvSpPr/>
              <p:nvPr/>
            </p:nvSpPr>
            <p:spPr>
              <a:xfrm>
                <a:off x="1972525" y="1990000"/>
                <a:ext cx="54775" cy="54775"/>
              </a:xfrm>
              <a:custGeom>
                <a:rect b="b" l="l" r="r" t="t"/>
                <a:pathLst>
                  <a:path extrusionOk="0" h="2191" w="2191">
                    <a:moveTo>
                      <a:pt x="1096" y="0"/>
                    </a:moveTo>
                    <a:cubicBezTo>
                      <a:pt x="490" y="0"/>
                      <a:pt x="0" y="490"/>
                      <a:pt x="0" y="1095"/>
                    </a:cubicBezTo>
                    <a:cubicBezTo>
                      <a:pt x="0" y="1699"/>
                      <a:pt x="490" y="2191"/>
                      <a:pt x="1096" y="2191"/>
                    </a:cubicBezTo>
                    <a:cubicBezTo>
                      <a:pt x="1700" y="2191"/>
                      <a:pt x="2191" y="1699"/>
                      <a:pt x="2191" y="1095"/>
                    </a:cubicBezTo>
                    <a:cubicBezTo>
                      <a:pt x="2191" y="490"/>
                      <a:pt x="1700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56"/>
              <p:cNvSpPr/>
              <p:nvPr/>
            </p:nvSpPr>
            <p:spPr>
              <a:xfrm>
                <a:off x="2506375" y="2248775"/>
                <a:ext cx="68525" cy="93100"/>
              </a:xfrm>
              <a:custGeom>
                <a:rect b="b" l="l" r="r" t="t"/>
                <a:pathLst>
                  <a:path extrusionOk="0" h="3724" w="2741">
                    <a:moveTo>
                      <a:pt x="1" y="1"/>
                    </a:moveTo>
                    <a:lnTo>
                      <a:pt x="1111" y="1861"/>
                    </a:lnTo>
                    <a:lnTo>
                      <a:pt x="1" y="3723"/>
                    </a:lnTo>
                    <a:lnTo>
                      <a:pt x="1630" y="3723"/>
                    </a:lnTo>
                    <a:lnTo>
                      <a:pt x="2740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56"/>
              <p:cNvSpPr/>
              <p:nvPr/>
            </p:nvSpPr>
            <p:spPr>
              <a:xfrm>
                <a:off x="2620550" y="2248775"/>
                <a:ext cx="68550" cy="93100"/>
              </a:xfrm>
              <a:custGeom>
                <a:rect b="b" l="l" r="r" t="t"/>
                <a:pathLst>
                  <a:path extrusionOk="0" h="3724" w="2742">
                    <a:moveTo>
                      <a:pt x="1" y="1"/>
                    </a:moveTo>
                    <a:lnTo>
                      <a:pt x="1111" y="1861"/>
                    </a:lnTo>
                    <a:lnTo>
                      <a:pt x="1" y="3723"/>
                    </a:lnTo>
                    <a:lnTo>
                      <a:pt x="1630" y="3723"/>
                    </a:lnTo>
                    <a:lnTo>
                      <a:pt x="2742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56"/>
              <p:cNvSpPr/>
              <p:nvPr/>
            </p:nvSpPr>
            <p:spPr>
              <a:xfrm>
                <a:off x="2734800" y="2248775"/>
                <a:ext cx="68500" cy="93100"/>
              </a:xfrm>
              <a:custGeom>
                <a:rect b="b" l="l" r="r" t="t"/>
                <a:pathLst>
                  <a:path extrusionOk="0" h="3724" w="2740">
                    <a:moveTo>
                      <a:pt x="0" y="1"/>
                    </a:moveTo>
                    <a:lnTo>
                      <a:pt x="1110" y="1861"/>
                    </a:lnTo>
                    <a:lnTo>
                      <a:pt x="0" y="3723"/>
                    </a:lnTo>
                    <a:lnTo>
                      <a:pt x="1629" y="3723"/>
                    </a:lnTo>
                    <a:lnTo>
                      <a:pt x="2740" y="1861"/>
                    </a:ln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56"/>
              <p:cNvSpPr/>
              <p:nvPr/>
            </p:nvSpPr>
            <p:spPr>
              <a:xfrm>
                <a:off x="2848975" y="2248775"/>
                <a:ext cx="68525" cy="93100"/>
              </a:xfrm>
              <a:custGeom>
                <a:rect b="b" l="l" r="r" t="t"/>
                <a:pathLst>
                  <a:path extrusionOk="0" h="3724" w="2741">
                    <a:moveTo>
                      <a:pt x="0" y="1"/>
                    </a:moveTo>
                    <a:lnTo>
                      <a:pt x="1110" y="1861"/>
                    </a:lnTo>
                    <a:lnTo>
                      <a:pt x="0" y="3723"/>
                    </a:lnTo>
                    <a:lnTo>
                      <a:pt x="1631" y="3723"/>
                    </a:lnTo>
                    <a:lnTo>
                      <a:pt x="2741" y="1861"/>
                    </a:lnTo>
                    <a:lnTo>
                      <a:pt x="16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56"/>
              <p:cNvSpPr/>
              <p:nvPr/>
            </p:nvSpPr>
            <p:spPr>
              <a:xfrm>
                <a:off x="2963175" y="2248775"/>
                <a:ext cx="68500" cy="93100"/>
              </a:xfrm>
              <a:custGeom>
                <a:rect b="b" l="l" r="r" t="t"/>
                <a:pathLst>
                  <a:path extrusionOk="0" h="3724" w="2740">
                    <a:moveTo>
                      <a:pt x="0" y="1"/>
                    </a:moveTo>
                    <a:lnTo>
                      <a:pt x="1111" y="1861"/>
                    </a:lnTo>
                    <a:lnTo>
                      <a:pt x="0" y="3723"/>
                    </a:lnTo>
                    <a:lnTo>
                      <a:pt x="1630" y="3723"/>
                    </a:lnTo>
                    <a:lnTo>
                      <a:pt x="2740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56"/>
              <p:cNvSpPr/>
              <p:nvPr/>
            </p:nvSpPr>
            <p:spPr>
              <a:xfrm>
                <a:off x="3077375" y="2248775"/>
                <a:ext cx="68550" cy="93100"/>
              </a:xfrm>
              <a:custGeom>
                <a:rect b="b" l="l" r="r" t="t"/>
                <a:pathLst>
                  <a:path extrusionOk="0" h="3724" w="2742">
                    <a:moveTo>
                      <a:pt x="1" y="1"/>
                    </a:moveTo>
                    <a:lnTo>
                      <a:pt x="1112" y="1861"/>
                    </a:lnTo>
                    <a:lnTo>
                      <a:pt x="1" y="3723"/>
                    </a:lnTo>
                    <a:lnTo>
                      <a:pt x="1631" y="3723"/>
                    </a:lnTo>
                    <a:lnTo>
                      <a:pt x="2741" y="1861"/>
                    </a:lnTo>
                    <a:lnTo>
                      <a:pt x="16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" name="Google Shape;459;p56"/>
            <p:cNvGrpSpPr/>
            <p:nvPr/>
          </p:nvGrpSpPr>
          <p:grpSpPr>
            <a:xfrm>
              <a:off x="-76200" y="4604000"/>
              <a:ext cx="2083175" cy="490075"/>
              <a:chOff x="4249200" y="1725050"/>
              <a:chExt cx="2083175" cy="490075"/>
            </a:xfrm>
          </p:grpSpPr>
          <p:sp>
            <p:nvSpPr>
              <p:cNvPr id="460" name="Google Shape;460;p56"/>
              <p:cNvSpPr/>
              <p:nvPr/>
            </p:nvSpPr>
            <p:spPr>
              <a:xfrm>
                <a:off x="4308925" y="2086325"/>
                <a:ext cx="1707600" cy="128800"/>
              </a:xfrm>
              <a:custGeom>
                <a:rect b="b" l="l" r="r" t="t"/>
                <a:pathLst>
                  <a:path extrusionOk="0" h="5152" w="68304">
                    <a:moveTo>
                      <a:pt x="32499" y="1"/>
                    </a:moveTo>
                    <a:lnTo>
                      <a:pt x="27650" y="4851"/>
                    </a:lnTo>
                    <a:lnTo>
                      <a:pt x="0" y="4851"/>
                    </a:lnTo>
                    <a:lnTo>
                      <a:pt x="0" y="5152"/>
                    </a:lnTo>
                    <a:lnTo>
                      <a:pt x="27775" y="5152"/>
                    </a:lnTo>
                    <a:lnTo>
                      <a:pt x="32624" y="302"/>
                    </a:lnTo>
                    <a:lnTo>
                      <a:pt x="68303" y="302"/>
                    </a:lnTo>
                    <a:lnTo>
                      <a:pt x="683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56"/>
              <p:cNvSpPr/>
              <p:nvPr/>
            </p:nvSpPr>
            <p:spPr>
              <a:xfrm>
                <a:off x="4249200" y="1888950"/>
                <a:ext cx="1901425" cy="255925"/>
              </a:xfrm>
              <a:custGeom>
                <a:rect b="b" l="l" r="r" t="t"/>
                <a:pathLst>
                  <a:path extrusionOk="0" h="10237" w="76057">
                    <a:moveTo>
                      <a:pt x="56808" y="0"/>
                    </a:moveTo>
                    <a:lnTo>
                      <a:pt x="46873" y="9935"/>
                    </a:lnTo>
                    <a:lnTo>
                      <a:pt x="27055" y="9935"/>
                    </a:lnTo>
                    <a:lnTo>
                      <a:pt x="22244" y="5124"/>
                    </a:lnTo>
                    <a:lnTo>
                      <a:pt x="1" y="5124"/>
                    </a:lnTo>
                    <a:lnTo>
                      <a:pt x="1" y="5425"/>
                    </a:lnTo>
                    <a:lnTo>
                      <a:pt x="22119" y="5425"/>
                    </a:lnTo>
                    <a:lnTo>
                      <a:pt x="26930" y="10237"/>
                    </a:lnTo>
                    <a:lnTo>
                      <a:pt x="46998" y="10237"/>
                    </a:lnTo>
                    <a:lnTo>
                      <a:pt x="56933" y="301"/>
                    </a:lnTo>
                    <a:lnTo>
                      <a:pt x="76056" y="301"/>
                    </a:lnTo>
                    <a:lnTo>
                      <a:pt x="7605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56"/>
              <p:cNvSpPr/>
              <p:nvPr/>
            </p:nvSpPr>
            <p:spPr>
              <a:xfrm>
                <a:off x="4285100" y="1725050"/>
                <a:ext cx="1548425" cy="186700"/>
              </a:xfrm>
              <a:custGeom>
                <a:rect b="b" l="l" r="r" t="t"/>
                <a:pathLst>
                  <a:path extrusionOk="0" h="7468" w="61937">
                    <a:moveTo>
                      <a:pt x="38840" y="1"/>
                    </a:moveTo>
                    <a:lnTo>
                      <a:pt x="31676" y="7165"/>
                    </a:lnTo>
                    <a:lnTo>
                      <a:pt x="1" y="7165"/>
                    </a:lnTo>
                    <a:lnTo>
                      <a:pt x="1" y="7467"/>
                    </a:lnTo>
                    <a:lnTo>
                      <a:pt x="31800" y="7467"/>
                    </a:lnTo>
                    <a:lnTo>
                      <a:pt x="38965" y="303"/>
                    </a:lnTo>
                    <a:lnTo>
                      <a:pt x="61936" y="303"/>
                    </a:lnTo>
                    <a:lnTo>
                      <a:pt x="619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56"/>
              <p:cNvSpPr/>
              <p:nvPr/>
            </p:nvSpPr>
            <p:spPr>
              <a:xfrm>
                <a:off x="5884550" y="1851850"/>
                <a:ext cx="70825" cy="81775"/>
              </a:xfrm>
              <a:custGeom>
                <a:rect b="b" l="l" r="r" t="t"/>
                <a:pathLst>
                  <a:path extrusionOk="0" h="3271" w="2833">
                    <a:moveTo>
                      <a:pt x="0" y="0"/>
                    </a:moveTo>
                    <a:lnTo>
                      <a:pt x="0" y="3270"/>
                    </a:lnTo>
                    <a:lnTo>
                      <a:pt x="2832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56"/>
              <p:cNvSpPr/>
              <p:nvPr/>
            </p:nvSpPr>
            <p:spPr>
              <a:xfrm>
                <a:off x="5978825" y="1851850"/>
                <a:ext cx="70775" cy="81775"/>
              </a:xfrm>
              <a:custGeom>
                <a:rect b="b" l="l" r="r" t="t"/>
                <a:pathLst>
                  <a:path extrusionOk="0" h="3271" w="2831">
                    <a:moveTo>
                      <a:pt x="0" y="0"/>
                    </a:moveTo>
                    <a:lnTo>
                      <a:pt x="0" y="3270"/>
                    </a:lnTo>
                    <a:lnTo>
                      <a:pt x="2830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56"/>
              <p:cNvSpPr/>
              <p:nvPr/>
            </p:nvSpPr>
            <p:spPr>
              <a:xfrm>
                <a:off x="6073075" y="1851850"/>
                <a:ext cx="70800" cy="81775"/>
              </a:xfrm>
              <a:custGeom>
                <a:rect b="b" l="l" r="r" t="t"/>
                <a:pathLst>
                  <a:path extrusionOk="0" h="3271" w="2832">
                    <a:moveTo>
                      <a:pt x="1" y="0"/>
                    </a:moveTo>
                    <a:lnTo>
                      <a:pt x="1" y="3270"/>
                    </a:lnTo>
                    <a:lnTo>
                      <a:pt x="2832" y="16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56"/>
              <p:cNvSpPr/>
              <p:nvPr/>
            </p:nvSpPr>
            <p:spPr>
              <a:xfrm>
                <a:off x="6167325" y="1851850"/>
                <a:ext cx="70825" cy="81775"/>
              </a:xfrm>
              <a:custGeom>
                <a:rect b="b" l="l" r="r" t="t"/>
                <a:pathLst>
                  <a:path extrusionOk="0" h="3271" w="2833">
                    <a:moveTo>
                      <a:pt x="1" y="0"/>
                    </a:moveTo>
                    <a:lnTo>
                      <a:pt x="1" y="3270"/>
                    </a:lnTo>
                    <a:lnTo>
                      <a:pt x="2833" y="16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56"/>
              <p:cNvSpPr/>
              <p:nvPr/>
            </p:nvSpPr>
            <p:spPr>
              <a:xfrm>
                <a:off x="6261625" y="1851850"/>
                <a:ext cx="70750" cy="81775"/>
              </a:xfrm>
              <a:custGeom>
                <a:rect b="b" l="l" r="r" t="t"/>
                <a:pathLst>
                  <a:path extrusionOk="0" h="3271" w="2830">
                    <a:moveTo>
                      <a:pt x="0" y="0"/>
                    </a:moveTo>
                    <a:lnTo>
                      <a:pt x="0" y="3270"/>
                    </a:lnTo>
                    <a:lnTo>
                      <a:pt x="2830" y="16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56"/>
              <p:cNvSpPr/>
              <p:nvPr/>
            </p:nvSpPr>
            <p:spPr>
              <a:xfrm>
                <a:off x="4765500" y="1743500"/>
                <a:ext cx="84325" cy="84350"/>
              </a:xfrm>
              <a:custGeom>
                <a:rect b="b" l="l" r="r" t="t"/>
                <a:pathLst>
                  <a:path extrusionOk="0" h="3374" w="3373">
                    <a:moveTo>
                      <a:pt x="1686" y="1"/>
                    </a:moveTo>
                    <a:cubicBezTo>
                      <a:pt x="756" y="1"/>
                      <a:pt x="0" y="755"/>
                      <a:pt x="0" y="1687"/>
                    </a:cubicBezTo>
                    <a:cubicBezTo>
                      <a:pt x="0" y="2619"/>
                      <a:pt x="756" y="3373"/>
                      <a:pt x="1686" y="3373"/>
                    </a:cubicBezTo>
                    <a:cubicBezTo>
                      <a:pt x="2618" y="3373"/>
                      <a:pt x="3372" y="2619"/>
                      <a:pt x="3372" y="1687"/>
                    </a:cubicBezTo>
                    <a:cubicBezTo>
                      <a:pt x="3372" y="755"/>
                      <a:pt x="2618" y="1"/>
                      <a:pt x="16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56"/>
              <p:cNvSpPr/>
              <p:nvPr/>
            </p:nvSpPr>
            <p:spPr>
              <a:xfrm>
                <a:off x="4896900" y="1760250"/>
                <a:ext cx="50850" cy="50850"/>
              </a:xfrm>
              <a:custGeom>
                <a:rect b="b" l="l" r="r" t="t"/>
                <a:pathLst>
                  <a:path extrusionOk="0" h="2034" w="2034">
                    <a:moveTo>
                      <a:pt x="1017" y="303"/>
                    </a:moveTo>
                    <a:cubicBezTo>
                      <a:pt x="1412" y="303"/>
                      <a:pt x="1732" y="623"/>
                      <a:pt x="1732" y="1017"/>
                    </a:cubicBezTo>
                    <a:cubicBezTo>
                      <a:pt x="1732" y="1412"/>
                      <a:pt x="1412" y="1732"/>
                      <a:pt x="1017" y="1732"/>
                    </a:cubicBezTo>
                    <a:cubicBezTo>
                      <a:pt x="623" y="1732"/>
                      <a:pt x="303" y="1412"/>
                      <a:pt x="303" y="1017"/>
                    </a:cubicBezTo>
                    <a:cubicBezTo>
                      <a:pt x="303" y="623"/>
                      <a:pt x="623" y="303"/>
                      <a:pt x="1017" y="303"/>
                    </a:cubicBezTo>
                    <a:close/>
                    <a:moveTo>
                      <a:pt x="1017" y="0"/>
                    </a:moveTo>
                    <a:cubicBezTo>
                      <a:pt x="457" y="0"/>
                      <a:pt x="0" y="456"/>
                      <a:pt x="0" y="1017"/>
                    </a:cubicBezTo>
                    <a:cubicBezTo>
                      <a:pt x="0" y="1578"/>
                      <a:pt x="457" y="2033"/>
                      <a:pt x="1017" y="2033"/>
                    </a:cubicBezTo>
                    <a:cubicBezTo>
                      <a:pt x="1577" y="2033"/>
                      <a:pt x="2033" y="1577"/>
                      <a:pt x="2033" y="1017"/>
                    </a:cubicBezTo>
                    <a:cubicBezTo>
                      <a:pt x="2033" y="457"/>
                      <a:pt x="1577" y="0"/>
                      <a:pt x="10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56"/>
              <p:cNvSpPr/>
              <p:nvPr/>
            </p:nvSpPr>
            <p:spPr>
              <a:xfrm>
                <a:off x="4985075" y="1764025"/>
                <a:ext cx="43275" cy="43300"/>
              </a:xfrm>
              <a:custGeom>
                <a:rect b="b" l="l" r="r" t="t"/>
                <a:pathLst>
                  <a:path extrusionOk="0" h="1732" w="1731">
                    <a:moveTo>
                      <a:pt x="866" y="1"/>
                    </a:moveTo>
                    <a:cubicBezTo>
                      <a:pt x="387" y="1"/>
                      <a:pt x="0" y="388"/>
                      <a:pt x="0" y="866"/>
                    </a:cubicBezTo>
                    <a:cubicBezTo>
                      <a:pt x="0" y="1344"/>
                      <a:pt x="387" y="1731"/>
                      <a:pt x="866" y="1731"/>
                    </a:cubicBezTo>
                    <a:cubicBezTo>
                      <a:pt x="1344" y="1731"/>
                      <a:pt x="1731" y="1344"/>
                      <a:pt x="1731" y="866"/>
                    </a:cubicBezTo>
                    <a:cubicBezTo>
                      <a:pt x="1731" y="388"/>
                      <a:pt x="1343" y="1"/>
                      <a:pt x="8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56"/>
              <p:cNvSpPr/>
              <p:nvPr/>
            </p:nvSpPr>
            <p:spPr>
              <a:xfrm>
                <a:off x="5069400" y="1764025"/>
                <a:ext cx="43325" cy="43300"/>
              </a:xfrm>
              <a:custGeom>
                <a:rect b="b" l="l" r="r" t="t"/>
                <a:pathLst>
                  <a:path extrusionOk="0" h="1732" w="1733">
                    <a:moveTo>
                      <a:pt x="867" y="1"/>
                    </a:moveTo>
                    <a:cubicBezTo>
                      <a:pt x="389" y="1"/>
                      <a:pt x="1" y="388"/>
                      <a:pt x="1" y="866"/>
                    </a:cubicBezTo>
                    <a:cubicBezTo>
                      <a:pt x="1" y="1344"/>
                      <a:pt x="389" y="1731"/>
                      <a:pt x="867" y="1731"/>
                    </a:cubicBezTo>
                    <a:cubicBezTo>
                      <a:pt x="1345" y="1731"/>
                      <a:pt x="1732" y="1344"/>
                      <a:pt x="1732" y="866"/>
                    </a:cubicBezTo>
                    <a:cubicBezTo>
                      <a:pt x="1732" y="388"/>
                      <a:pt x="1345" y="1"/>
                      <a:pt x="8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57"/>
          <p:cNvPicPr preferRelativeResize="0"/>
          <p:nvPr/>
        </p:nvPicPr>
        <p:blipFill rotWithShape="1">
          <a:blip r:embed="rId2">
            <a:alphaModFix amt="49000"/>
          </a:blip>
          <a:srcRect b="0" l="0" r="0" t="0"/>
          <a:stretch/>
        </p:blipFill>
        <p:spPr>
          <a:xfrm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75" name="Google Shape;475;p57"/>
          <p:cNvGrpSpPr/>
          <p:nvPr/>
        </p:nvGrpSpPr>
        <p:grpSpPr>
          <a:xfrm>
            <a:off x="94139" y="-288526"/>
            <a:ext cx="8875811" cy="5359201"/>
            <a:chOff x="94139" y="-288526"/>
            <a:chExt cx="8875811" cy="5359201"/>
          </a:xfrm>
        </p:grpSpPr>
        <p:grpSp>
          <p:nvGrpSpPr>
            <p:cNvPr id="476" name="Google Shape;476;p57"/>
            <p:cNvGrpSpPr/>
            <p:nvPr/>
          </p:nvGrpSpPr>
          <p:grpSpPr>
            <a:xfrm rot="10800000">
              <a:off x="7599225" y="4529875"/>
              <a:ext cx="1370725" cy="540800"/>
              <a:chOff x="1442275" y="2891575"/>
              <a:chExt cx="1370725" cy="540800"/>
            </a:xfrm>
          </p:grpSpPr>
          <p:sp>
            <p:nvSpPr>
              <p:cNvPr id="477" name="Google Shape;477;p57"/>
              <p:cNvSpPr/>
              <p:nvPr/>
            </p:nvSpPr>
            <p:spPr>
              <a:xfrm>
                <a:off x="1494900" y="3227975"/>
                <a:ext cx="629300" cy="8500"/>
              </a:xfrm>
              <a:custGeom>
                <a:rect b="b" l="l" r="r" t="t"/>
                <a:pathLst>
                  <a:path extrusionOk="0" h="340" w="25172">
                    <a:moveTo>
                      <a:pt x="170" y="0"/>
                    </a:moveTo>
                    <a:cubicBezTo>
                      <a:pt x="76" y="0"/>
                      <a:pt x="1" y="76"/>
                      <a:pt x="1" y="170"/>
                    </a:cubicBezTo>
                    <a:cubicBezTo>
                      <a:pt x="1" y="263"/>
                      <a:pt x="76" y="340"/>
                      <a:pt x="170" y="340"/>
                    </a:cubicBezTo>
                    <a:lnTo>
                      <a:pt x="25003" y="340"/>
                    </a:lnTo>
                    <a:cubicBezTo>
                      <a:pt x="25097" y="340"/>
                      <a:pt x="25171" y="263"/>
                      <a:pt x="25171" y="170"/>
                    </a:cubicBezTo>
                    <a:cubicBezTo>
                      <a:pt x="25171" y="76"/>
                      <a:pt x="25095" y="0"/>
                      <a:pt x="250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57"/>
              <p:cNvSpPr/>
              <p:nvPr/>
            </p:nvSpPr>
            <p:spPr>
              <a:xfrm>
                <a:off x="2087875" y="3200175"/>
                <a:ext cx="64150" cy="64100"/>
              </a:xfrm>
              <a:custGeom>
                <a:rect b="b" l="l" r="r" t="t"/>
                <a:pathLst>
                  <a:path extrusionOk="0" h="2564" w="2566">
                    <a:moveTo>
                      <a:pt x="1284" y="0"/>
                    </a:moveTo>
                    <a:cubicBezTo>
                      <a:pt x="576" y="0"/>
                      <a:pt x="3" y="574"/>
                      <a:pt x="3" y="1282"/>
                    </a:cubicBezTo>
                    <a:cubicBezTo>
                      <a:pt x="1" y="1989"/>
                      <a:pt x="576" y="2564"/>
                      <a:pt x="1284" y="2564"/>
                    </a:cubicBezTo>
                    <a:cubicBezTo>
                      <a:pt x="1993" y="2564"/>
                      <a:pt x="2566" y="1990"/>
                      <a:pt x="2566" y="1282"/>
                    </a:cubicBezTo>
                    <a:cubicBezTo>
                      <a:pt x="2566" y="574"/>
                      <a:pt x="1993" y="0"/>
                      <a:pt x="1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57"/>
              <p:cNvSpPr/>
              <p:nvPr/>
            </p:nvSpPr>
            <p:spPr>
              <a:xfrm>
                <a:off x="2599250" y="2944225"/>
                <a:ext cx="185975" cy="8500"/>
              </a:xfrm>
              <a:custGeom>
                <a:rect b="b" l="l" r="r" t="t"/>
                <a:pathLst>
                  <a:path extrusionOk="0" h="340" w="7439">
                    <a:moveTo>
                      <a:pt x="171" y="1"/>
                    </a:moveTo>
                    <a:cubicBezTo>
                      <a:pt x="77" y="1"/>
                      <a:pt x="1" y="77"/>
                      <a:pt x="1" y="170"/>
                    </a:cubicBezTo>
                    <a:cubicBezTo>
                      <a:pt x="1" y="264"/>
                      <a:pt x="77" y="340"/>
                      <a:pt x="171" y="340"/>
                    </a:cubicBezTo>
                    <a:lnTo>
                      <a:pt x="7268" y="340"/>
                    </a:lnTo>
                    <a:cubicBezTo>
                      <a:pt x="7362" y="340"/>
                      <a:pt x="7439" y="264"/>
                      <a:pt x="7439" y="170"/>
                    </a:cubicBezTo>
                    <a:cubicBezTo>
                      <a:pt x="7439" y="77"/>
                      <a:pt x="7362" y="1"/>
                      <a:pt x="72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57"/>
              <p:cNvSpPr/>
              <p:nvPr/>
            </p:nvSpPr>
            <p:spPr>
              <a:xfrm>
                <a:off x="2748900" y="2916400"/>
                <a:ext cx="64100" cy="64075"/>
              </a:xfrm>
              <a:custGeom>
                <a:rect b="b" l="l" r="r" t="t"/>
                <a:pathLst>
                  <a:path extrusionOk="0" h="2563" w="2564">
                    <a:moveTo>
                      <a:pt x="1282" y="0"/>
                    </a:moveTo>
                    <a:cubicBezTo>
                      <a:pt x="574" y="0"/>
                      <a:pt x="0" y="573"/>
                      <a:pt x="0" y="1281"/>
                    </a:cubicBezTo>
                    <a:cubicBezTo>
                      <a:pt x="0" y="1990"/>
                      <a:pt x="574" y="2563"/>
                      <a:pt x="1282" y="2563"/>
                    </a:cubicBezTo>
                    <a:cubicBezTo>
                      <a:pt x="1990" y="2563"/>
                      <a:pt x="2564" y="1990"/>
                      <a:pt x="2564" y="1281"/>
                    </a:cubicBezTo>
                    <a:cubicBezTo>
                      <a:pt x="2564" y="573"/>
                      <a:pt x="1990" y="0"/>
                      <a:pt x="12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57"/>
              <p:cNvSpPr/>
              <p:nvPr/>
            </p:nvSpPr>
            <p:spPr>
              <a:xfrm>
                <a:off x="1737250" y="2944150"/>
                <a:ext cx="575300" cy="290800"/>
              </a:xfrm>
              <a:custGeom>
                <a:rect b="b" l="l" r="r" t="t"/>
                <a:pathLst>
                  <a:path extrusionOk="0" h="11632" w="23012">
                    <a:moveTo>
                      <a:pt x="11558" y="0"/>
                    </a:moveTo>
                    <a:cubicBezTo>
                      <a:pt x="11512" y="0"/>
                      <a:pt x="11470" y="20"/>
                      <a:pt x="11437" y="50"/>
                    </a:cubicBezTo>
                    <a:cubicBezTo>
                      <a:pt x="11437" y="50"/>
                      <a:pt x="8598" y="2885"/>
                      <a:pt x="5758" y="5719"/>
                    </a:cubicBezTo>
                    <a:cubicBezTo>
                      <a:pt x="1" y="11470"/>
                      <a:pt x="1" y="11470"/>
                      <a:pt x="50" y="11586"/>
                    </a:cubicBezTo>
                    <a:lnTo>
                      <a:pt x="213" y="11520"/>
                    </a:lnTo>
                    <a:lnTo>
                      <a:pt x="338" y="11632"/>
                    </a:lnTo>
                    <a:cubicBezTo>
                      <a:pt x="505" y="11444"/>
                      <a:pt x="7767" y="4196"/>
                      <a:pt x="11628" y="341"/>
                    </a:cubicBezTo>
                    <a:lnTo>
                      <a:pt x="22842" y="341"/>
                    </a:lnTo>
                    <a:cubicBezTo>
                      <a:pt x="22935" y="341"/>
                      <a:pt x="23011" y="265"/>
                      <a:pt x="23011" y="170"/>
                    </a:cubicBezTo>
                    <a:cubicBezTo>
                      <a:pt x="23011" y="76"/>
                      <a:pt x="22935" y="0"/>
                      <a:pt x="228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57"/>
              <p:cNvSpPr/>
              <p:nvPr/>
            </p:nvSpPr>
            <p:spPr>
              <a:xfrm>
                <a:off x="2291225" y="2931375"/>
                <a:ext cx="73900" cy="34125"/>
              </a:xfrm>
              <a:custGeom>
                <a:rect b="b" l="l" r="r" t="t"/>
                <a:pathLst>
                  <a:path extrusionOk="0" h="1365" w="2956">
                    <a:moveTo>
                      <a:pt x="683" y="0"/>
                    </a:moveTo>
                    <a:cubicBezTo>
                      <a:pt x="306" y="0"/>
                      <a:pt x="1" y="306"/>
                      <a:pt x="1" y="683"/>
                    </a:cubicBezTo>
                    <a:cubicBezTo>
                      <a:pt x="1" y="1059"/>
                      <a:pt x="306" y="1365"/>
                      <a:pt x="683" y="1365"/>
                    </a:cubicBezTo>
                    <a:lnTo>
                      <a:pt x="2274" y="1365"/>
                    </a:lnTo>
                    <a:cubicBezTo>
                      <a:pt x="2650" y="1365"/>
                      <a:pt x="2955" y="1060"/>
                      <a:pt x="2956" y="683"/>
                    </a:cubicBezTo>
                    <a:cubicBezTo>
                      <a:pt x="2956" y="306"/>
                      <a:pt x="2650" y="0"/>
                      <a:pt x="22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57"/>
              <p:cNvSpPr/>
              <p:nvPr/>
            </p:nvSpPr>
            <p:spPr>
              <a:xfrm>
                <a:off x="2406000" y="2931375"/>
                <a:ext cx="99775" cy="34125"/>
              </a:xfrm>
              <a:custGeom>
                <a:rect b="b" l="l" r="r" t="t"/>
                <a:pathLst>
                  <a:path extrusionOk="0" h="1365" w="3991">
                    <a:moveTo>
                      <a:pt x="684" y="0"/>
                    </a:moveTo>
                    <a:cubicBezTo>
                      <a:pt x="308" y="0"/>
                      <a:pt x="1" y="306"/>
                      <a:pt x="1" y="683"/>
                    </a:cubicBezTo>
                    <a:cubicBezTo>
                      <a:pt x="1" y="1059"/>
                      <a:pt x="308" y="1365"/>
                      <a:pt x="684" y="1365"/>
                    </a:cubicBezTo>
                    <a:lnTo>
                      <a:pt x="3309" y="1365"/>
                    </a:lnTo>
                    <a:cubicBezTo>
                      <a:pt x="3685" y="1365"/>
                      <a:pt x="3991" y="1060"/>
                      <a:pt x="3991" y="683"/>
                    </a:cubicBezTo>
                    <a:cubicBezTo>
                      <a:pt x="3991" y="306"/>
                      <a:pt x="3685" y="0"/>
                      <a:pt x="33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57"/>
              <p:cNvSpPr/>
              <p:nvPr/>
            </p:nvSpPr>
            <p:spPr>
              <a:xfrm>
                <a:off x="2546650" y="2931375"/>
                <a:ext cx="73925" cy="34125"/>
              </a:xfrm>
              <a:custGeom>
                <a:rect b="b" l="l" r="r" t="t"/>
                <a:pathLst>
                  <a:path extrusionOk="0" h="1365" w="2957">
                    <a:moveTo>
                      <a:pt x="684" y="0"/>
                    </a:moveTo>
                    <a:cubicBezTo>
                      <a:pt x="306" y="0"/>
                      <a:pt x="1" y="306"/>
                      <a:pt x="1" y="683"/>
                    </a:cubicBezTo>
                    <a:cubicBezTo>
                      <a:pt x="1" y="1059"/>
                      <a:pt x="306" y="1365"/>
                      <a:pt x="684" y="1365"/>
                    </a:cubicBezTo>
                    <a:lnTo>
                      <a:pt x="2275" y="1365"/>
                    </a:lnTo>
                    <a:cubicBezTo>
                      <a:pt x="2651" y="1365"/>
                      <a:pt x="2957" y="1060"/>
                      <a:pt x="2957" y="683"/>
                    </a:cubicBezTo>
                    <a:cubicBezTo>
                      <a:pt x="2957" y="306"/>
                      <a:pt x="2651" y="0"/>
                      <a:pt x="22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57"/>
              <p:cNvSpPr/>
              <p:nvPr/>
            </p:nvSpPr>
            <p:spPr>
              <a:xfrm>
                <a:off x="1906550" y="3227925"/>
                <a:ext cx="563675" cy="151925"/>
              </a:xfrm>
              <a:custGeom>
                <a:rect b="b" l="l" r="r" t="t"/>
                <a:pathLst>
                  <a:path extrusionOk="0" h="6077" w="22547">
                    <a:moveTo>
                      <a:pt x="187" y="0"/>
                    </a:moveTo>
                    <a:cubicBezTo>
                      <a:pt x="144" y="0"/>
                      <a:pt x="100" y="17"/>
                      <a:pt x="67" y="50"/>
                    </a:cubicBezTo>
                    <a:cubicBezTo>
                      <a:pt x="1" y="118"/>
                      <a:pt x="1" y="225"/>
                      <a:pt x="67" y="292"/>
                    </a:cubicBezTo>
                    <a:lnTo>
                      <a:pt x="5802" y="6026"/>
                    </a:lnTo>
                    <a:cubicBezTo>
                      <a:pt x="5834" y="6059"/>
                      <a:pt x="5878" y="6076"/>
                      <a:pt x="5922" y="6076"/>
                    </a:cubicBezTo>
                    <a:lnTo>
                      <a:pt x="22376" y="6076"/>
                    </a:lnTo>
                    <a:cubicBezTo>
                      <a:pt x="22471" y="6076"/>
                      <a:pt x="22547" y="5999"/>
                      <a:pt x="22545" y="5904"/>
                    </a:cubicBezTo>
                    <a:cubicBezTo>
                      <a:pt x="22545" y="5811"/>
                      <a:pt x="22469" y="5735"/>
                      <a:pt x="22375" y="5735"/>
                    </a:cubicBezTo>
                    <a:lnTo>
                      <a:pt x="5992" y="5735"/>
                    </a:lnTo>
                    <a:lnTo>
                      <a:pt x="307" y="50"/>
                    </a:lnTo>
                    <a:cubicBezTo>
                      <a:pt x="274" y="17"/>
                      <a:pt x="230" y="0"/>
                      <a:pt x="1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57"/>
              <p:cNvSpPr/>
              <p:nvPr/>
            </p:nvSpPr>
            <p:spPr>
              <a:xfrm>
                <a:off x="2433925" y="3343500"/>
                <a:ext cx="64075" cy="64100"/>
              </a:xfrm>
              <a:custGeom>
                <a:rect b="b" l="l" r="r" t="t"/>
                <a:pathLst>
                  <a:path extrusionOk="0" h="2564" w="2563">
                    <a:moveTo>
                      <a:pt x="1281" y="1"/>
                    </a:moveTo>
                    <a:cubicBezTo>
                      <a:pt x="573" y="1"/>
                      <a:pt x="0" y="574"/>
                      <a:pt x="0" y="1283"/>
                    </a:cubicBezTo>
                    <a:cubicBezTo>
                      <a:pt x="0" y="1990"/>
                      <a:pt x="573" y="2563"/>
                      <a:pt x="1281" y="2563"/>
                    </a:cubicBezTo>
                    <a:cubicBezTo>
                      <a:pt x="1990" y="2563"/>
                      <a:pt x="2563" y="1990"/>
                      <a:pt x="2563" y="1283"/>
                    </a:cubicBezTo>
                    <a:cubicBezTo>
                      <a:pt x="2563" y="574"/>
                      <a:pt x="1990" y="1"/>
                      <a:pt x="12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57"/>
              <p:cNvSpPr/>
              <p:nvPr/>
            </p:nvSpPr>
            <p:spPr>
              <a:xfrm>
                <a:off x="1969350" y="2891575"/>
                <a:ext cx="113700" cy="113725"/>
              </a:xfrm>
              <a:custGeom>
                <a:rect b="b" l="l" r="r" t="t"/>
                <a:pathLst>
                  <a:path extrusionOk="0" h="4549" w="4548">
                    <a:moveTo>
                      <a:pt x="2274" y="1"/>
                    </a:moveTo>
                    <a:cubicBezTo>
                      <a:pt x="1019" y="1"/>
                      <a:pt x="1" y="1019"/>
                      <a:pt x="1" y="2274"/>
                    </a:cubicBezTo>
                    <a:cubicBezTo>
                      <a:pt x="1" y="3530"/>
                      <a:pt x="1019" y="4548"/>
                      <a:pt x="2274" y="4548"/>
                    </a:cubicBezTo>
                    <a:cubicBezTo>
                      <a:pt x="3530" y="4548"/>
                      <a:pt x="4547" y="3530"/>
                      <a:pt x="4547" y="2274"/>
                    </a:cubicBezTo>
                    <a:cubicBezTo>
                      <a:pt x="4547" y="1019"/>
                      <a:pt x="3530" y="1"/>
                      <a:pt x="22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57"/>
              <p:cNvSpPr/>
              <p:nvPr/>
            </p:nvSpPr>
            <p:spPr>
              <a:xfrm>
                <a:off x="1442275" y="3175350"/>
                <a:ext cx="113725" cy="113725"/>
              </a:xfrm>
              <a:custGeom>
                <a:rect b="b" l="l" r="r" t="t"/>
                <a:pathLst>
                  <a:path extrusionOk="0" h="4549" w="4549">
                    <a:moveTo>
                      <a:pt x="2275" y="1"/>
                    </a:moveTo>
                    <a:cubicBezTo>
                      <a:pt x="1020" y="1"/>
                      <a:pt x="1" y="1019"/>
                      <a:pt x="1" y="2275"/>
                    </a:cubicBezTo>
                    <a:cubicBezTo>
                      <a:pt x="1" y="3531"/>
                      <a:pt x="1020" y="4548"/>
                      <a:pt x="2275" y="4548"/>
                    </a:cubicBezTo>
                    <a:cubicBezTo>
                      <a:pt x="3531" y="4548"/>
                      <a:pt x="4549" y="3531"/>
                      <a:pt x="4549" y="2275"/>
                    </a:cubicBezTo>
                    <a:cubicBezTo>
                      <a:pt x="4549" y="1019"/>
                      <a:pt x="3531" y="1"/>
                      <a:pt x="227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57"/>
              <p:cNvSpPr/>
              <p:nvPr/>
            </p:nvSpPr>
            <p:spPr>
              <a:xfrm>
                <a:off x="1992225" y="3318725"/>
                <a:ext cx="124775" cy="113650"/>
              </a:xfrm>
              <a:custGeom>
                <a:rect b="b" l="l" r="r" t="t"/>
                <a:pathLst>
                  <a:path extrusionOk="0" h="4546" w="4991">
                    <a:moveTo>
                      <a:pt x="2496" y="0"/>
                    </a:moveTo>
                    <a:cubicBezTo>
                      <a:pt x="1914" y="0"/>
                      <a:pt x="1332" y="222"/>
                      <a:pt x="888" y="666"/>
                    </a:cubicBezTo>
                    <a:cubicBezTo>
                      <a:pt x="0" y="1553"/>
                      <a:pt x="0" y="2993"/>
                      <a:pt x="888" y="3880"/>
                    </a:cubicBezTo>
                    <a:cubicBezTo>
                      <a:pt x="1332" y="4324"/>
                      <a:pt x="1914" y="4546"/>
                      <a:pt x="2496" y="4546"/>
                    </a:cubicBezTo>
                    <a:cubicBezTo>
                      <a:pt x="3078" y="4546"/>
                      <a:pt x="3660" y="4324"/>
                      <a:pt x="4103" y="3880"/>
                    </a:cubicBezTo>
                    <a:cubicBezTo>
                      <a:pt x="4990" y="2993"/>
                      <a:pt x="4990" y="1554"/>
                      <a:pt x="4103" y="666"/>
                    </a:cubicBezTo>
                    <a:cubicBezTo>
                      <a:pt x="3660" y="222"/>
                      <a:pt x="3078" y="0"/>
                      <a:pt x="24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57"/>
              <p:cNvSpPr/>
              <p:nvPr/>
            </p:nvSpPr>
            <p:spPr>
              <a:xfrm>
                <a:off x="1685600" y="3175350"/>
                <a:ext cx="113675" cy="113725"/>
              </a:xfrm>
              <a:custGeom>
                <a:rect b="b" l="l" r="r" t="t"/>
                <a:pathLst>
                  <a:path extrusionOk="0" h="4549" w="4547">
                    <a:moveTo>
                      <a:pt x="2273" y="1"/>
                    </a:moveTo>
                    <a:cubicBezTo>
                      <a:pt x="1018" y="1"/>
                      <a:pt x="0" y="1019"/>
                      <a:pt x="0" y="2275"/>
                    </a:cubicBezTo>
                    <a:cubicBezTo>
                      <a:pt x="0" y="3531"/>
                      <a:pt x="1018" y="4548"/>
                      <a:pt x="2273" y="4548"/>
                    </a:cubicBezTo>
                    <a:cubicBezTo>
                      <a:pt x="3529" y="4548"/>
                      <a:pt x="4547" y="3531"/>
                      <a:pt x="4547" y="2275"/>
                    </a:cubicBezTo>
                    <a:cubicBezTo>
                      <a:pt x="4547" y="1019"/>
                      <a:pt x="3529" y="1"/>
                      <a:pt x="22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1" name="Google Shape;491;p57"/>
            <p:cNvGrpSpPr/>
            <p:nvPr/>
          </p:nvGrpSpPr>
          <p:grpSpPr>
            <a:xfrm flipH="1" rot="5400000">
              <a:off x="-687036" y="492649"/>
              <a:ext cx="2039826" cy="477476"/>
              <a:chOff x="5000750" y="481775"/>
              <a:chExt cx="1329050" cy="311100"/>
            </a:xfrm>
          </p:grpSpPr>
          <p:sp>
            <p:nvSpPr>
              <p:cNvPr id="492" name="Google Shape;492;p57"/>
              <p:cNvSpPr/>
              <p:nvPr/>
            </p:nvSpPr>
            <p:spPr>
              <a:xfrm>
                <a:off x="5026400" y="621850"/>
                <a:ext cx="1303400" cy="147700"/>
              </a:xfrm>
              <a:custGeom>
                <a:rect b="b" l="l" r="r" t="t"/>
                <a:pathLst>
                  <a:path extrusionOk="0" h="5908" w="52136">
                    <a:moveTo>
                      <a:pt x="24815" y="0"/>
                    </a:moveTo>
                    <a:lnTo>
                      <a:pt x="19094" y="5721"/>
                    </a:lnTo>
                    <a:lnTo>
                      <a:pt x="1" y="5721"/>
                    </a:lnTo>
                    <a:lnTo>
                      <a:pt x="1" y="5908"/>
                    </a:lnTo>
                    <a:lnTo>
                      <a:pt x="19170" y="5908"/>
                    </a:lnTo>
                    <a:lnTo>
                      <a:pt x="24891" y="186"/>
                    </a:lnTo>
                    <a:lnTo>
                      <a:pt x="52136" y="186"/>
                    </a:lnTo>
                    <a:cubicBezTo>
                      <a:pt x="52090" y="135"/>
                      <a:pt x="52060" y="69"/>
                      <a:pt x="52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57"/>
              <p:cNvSpPr/>
              <p:nvPr/>
            </p:nvSpPr>
            <p:spPr>
              <a:xfrm>
                <a:off x="5161775" y="575150"/>
                <a:ext cx="1109150" cy="147725"/>
              </a:xfrm>
              <a:custGeom>
                <a:rect b="b" l="l" r="r" t="t"/>
                <a:pathLst>
                  <a:path extrusionOk="0" h="5909" w="44366">
                    <a:moveTo>
                      <a:pt x="19400" y="1"/>
                    </a:moveTo>
                    <a:lnTo>
                      <a:pt x="13679" y="5722"/>
                    </a:lnTo>
                    <a:lnTo>
                      <a:pt x="1" y="5722"/>
                    </a:lnTo>
                    <a:lnTo>
                      <a:pt x="1" y="5908"/>
                    </a:lnTo>
                    <a:lnTo>
                      <a:pt x="13756" y="5908"/>
                    </a:lnTo>
                    <a:lnTo>
                      <a:pt x="19477" y="188"/>
                    </a:lnTo>
                    <a:lnTo>
                      <a:pt x="44350" y="188"/>
                    </a:lnTo>
                    <a:cubicBezTo>
                      <a:pt x="44343" y="125"/>
                      <a:pt x="44349" y="62"/>
                      <a:pt x="443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57"/>
              <p:cNvSpPr/>
              <p:nvPr/>
            </p:nvSpPr>
            <p:spPr>
              <a:xfrm>
                <a:off x="5270725" y="528425"/>
                <a:ext cx="949350" cy="147725"/>
              </a:xfrm>
              <a:custGeom>
                <a:rect b="b" l="l" r="r" t="t"/>
                <a:pathLst>
                  <a:path extrusionOk="0" h="5909" w="37974">
                    <a:moveTo>
                      <a:pt x="15042" y="1"/>
                    </a:moveTo>
                    <a:lnTo>
                      <a:pt x="9321" y="5722"/>
                    </a:lnTo>
                    <a:lnTo>
                      <a:pt x="0" y="5722"/>
                    </a:lnTo>
                    <a:lnTo>
                      <a:pt x="0" y="5908"/>
                    </a:lnTo>
                    <a:lnTo>
                      <a:pt x="9398" y="5908"/>
                    </a:lnTo>
                    <a:lnTo>
                      <a:pt x="15119" y="188"/>
                    </a:lnTo>
                    <a:lnTo>
                      <a:pt x="37974" y="188"/>
                    </a:lnTo>
                    <a:cubicBezTo>
                      <a:pt x="37954" y="128"/>
                      <a:pt x="37949" y="64"/>
                      <a:pt x="379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57"/>
              <p:cNvSpPr/>
              <p:nvPr/>
            </p:nvSpPr>
            <p:spPr>
              <a:xfrm>
                <a:off x="5360950" y="481775"/>
                <a:ext cx="831450" cy="147700"/>
              </a:xfrm>
              <a:custGeom>
                <a:rect b="b" l="l" r="r" t="t"/>
                <a:pathLst>
                  <a:path extrusionOk="0" h="5908" w="33258">
                    <a:moveTo>
                      <a:pt x="11433" y="0"/>
                    </a:moveTo>
                    <a:lnTo>
                      <a:pt x="5712" y="5722"/>
                    </a:lnTo>
                    <a:lnTo>
                      <a:pt x="0" y="5722"/>
                    </a:lnTo>
                    <a:lnTo>
                      <a:pt x="0" y="5908"/>
                    </a:lnTo>
                    <a:lnTo>
                      <a:pt x="5789" y="5908"/>
                    </a:lnTo>
                    <a:lnTo>
                      <a:pt x="11510" y="186"/>
                    </a:lnTo>
                    <a:lnTo>
                      <a:pt x="33257" y="186"/>
                    </a:lnTo>
                    <a:cubicBezTo>
                      <a:pt x="33236" y="125"/>
                      <a:pt x="33228" y="61"/>
                      <a:pt x="332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57"/>
              <p:cNvSpPr/>
              <p:nvPr/>
            </p:nvSpPr>
            <p:spPr>
              <a:xfrm>
                <a:off x="5335300" y="601475"/>
                <a:ext cx="51375" cy="51375"/>
              </a:xfrm>
              <a:custGeom>
                <a:rect b="b" l="l" r="r" t="t"/>
                <a:pathLst>
                  <a:path extrusionOk="0" h="2055" w="2055">
                    <a:moveTo>
                      <a:pt x="2055" y="1027"/>
                    </a:moveTo>
                    <a:cubicBezTo>
                      <a:pt x="2055" y="1594"/>
                      <a:pt x="1596" y="2055"/>
                      <a:pt x="1027" y="2055"/>
                    </a:cubicBezTo>
                    <a:cubicBezTo>
                      <a:pt x="460" y="2055"/>
                      <a:pt x="0" y="1594"/>
                      <a:pt x="0" y="1027"/>
                    </a:cubicBezTo>
                    <a:cubicBezTo>
                      <a:pt x="0" y="460"/>
                      <a:pt x="459" y="0"/>
                      <a:pt x="1027" y="0"/>
                    </a:cubicBezTo>
                    <a:cubicBezTo>
                      <a:pt x="1594" y="0"/>
                      <a:pt x="2055" y="461"/>
                      <a:pt x="2055" y="10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57"/>
              <p:cNvSpPr/>
              <p:nvPr/>
            </p:nvSpPr>
            <p:spPr>
              <a:xfrm>
                <a:off x="5245025" y="64812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5"/>
                      <a:pt x="1595" y="2055"/>
                      <a:pt x="1028" y="2055"/>
                    </a:cubicBezTo>
                    <a:cubicBezTo>
                      <a:pt x="459" y="2055"/>
                      <a:pt x="1" y="1594"/>
                      <a:pt x="1" y="1028"/>
                    </a:cubicBezTo>
                    <a:cubicBezTo>
                      <a:pt x="1" y="462"/>
                      <a:pt x="459" y="1"/>
                      <a:pt x="1028" y="1"/>
                    </a:cubicBezTo>
                    <a:cubicBezTo>
                      <a:pt x="1595" y="1"/>
                      <a:pt x="2055" y="462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57"/>
              <p:cNvSpPr/>
              <p:nvPr/>
            </p:nvSpPr>
            <p:spPr>
              <a:xfrm>
                <a:off x="5134550" y="69482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4"/>
                      <a:pt x="1594" y="2055"/>
                      <a:pt x="1028" y="2055"/>
                    </a:cubicBezTo>
                    <a:cubicBezTo>
                      <a:pt x="461" y="2055"/>
                      <a:pt x="0" y="1594"/>
                      <a:pt x="0" y="1028"/>
                    </a:cubicBezTo>
                    <a:cubicBezTo>
                      <a:pt x="0" y="461"/>
                      <a:pt x="461" y="0"/>
                      <a:pt x="1028" y="0"/>
                    </a:cubicBezTo>
                    <a:cubicBezTo>
                      <a:pt x="1595" y="0"/>
                      <a:pt x="2055" y="461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57"/>
              <p:cNvSpPr/>
              <p:nvPr/>
            </p:nvSpPr>
            <p:spPr>
              <a:xfrm>
                <a:off x="5000750" y="741475"/>
                <a:ext cx="51400" cy="51400"/>
              </a:xfrm>
              <a:custGeom>
                <a:rect b="b" l="l" r="r" t="t"/>
                <a:pathLst>
                  <a:path extrusionOk="0" h="2056" w="2056">
                    <a:moveTo>
                      <a:pt x="2055" y="1028"/>
                    </a:moveTo>
                    <a:cubicBezTo>
                      <a:pt x="2055" y="1596"/>
                      <a:pt x="1596" y="2056"/>
                      <a:pt x="1028" y="2056"/>
                    </a:cubicBezTo>
                    <a:cubicBezTo>
                      <a:pt x="460" y="2056"/>
                      <a:pt x="0" y="1595"/>
                      <a:pt x="0" y="1028"/>
                    </a:cubicBezTo>
                    <a:cubicBezTo>
                      <a:pt x="0" y="462"/>
                      <a:pt x="460" y="1"/>
                      <a:pt x="1028" y="1"/>
                    </a:cubicBezTo>
                    <a:cubicBezTo>
                      <a:pt x="1596" y="1"/>
                      <a:pt x="2055" y="462"/>
                      <a:pt x="2055" y="10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58"/>
          <p:cNvPicPr preferRelativeResize="0"/>
          <p:nvPr/>
        </p:nvPicPr>
        <p:blipFill rotWithShape="1">
          <a:blip r:embed="rId2">
            <a:alphaModFix amt="51000"/>
          </a:blip>
          <a:srcRect b="0" l="0" r="0" t="0"/>
          <a:stretch/>
        </p:blipFill>
        <p:spPr>
          <a:xfrm flipH="1" rot="10800000"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8"/>
          <p:cNvSpPr txBox="1"/>
          <p:nvPr>
            <p:ph type="title"/>
          </p:nvPr>
        </p:nvSpPr>
        <p:spPr>
          <a:xfrm>
            <a:off x="1080875" y="584213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3" name="Google Shape;503;p58"/>
          <p:cNvSpPr txBox="1"/>
          <p:nvPr>
            <p:ph idx="1" type="subTitle"/>
          </p:nvPr>
        </p:nvSpPr>
        <p:spPr>
          <a:xfrm>
            <a:off x="1080838" y="1764638"/>
            <a:ext cx="44481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04" name="Google Shape;504;p58"/>
          <p:cNvGrpSpPr/>
          <p:nvPr/>
        </p:nvGrpSpPr>
        <p:grpSpPr>
          <a:xfrm>
            <a:off x="95517" y="-21651"/>
            <a:ext cx="9048483" cy="5201224"/>
            <a:chOff x="95517" y="-21650"/>
            <a:chExt cx="9048483" cy="5201224"/>
          </a:xfrm>
        </p:grpSpPr>
        <p:pic>
          <p:nvPicPr>
            <p:cNvPr id="505" name="Google Shape;505;p58"/>
            <p:cNvPicPr preferRelativeResize="0"/>
            <p:nvPr/>
          </p:nvPicPr>
          <p:blipFill rotWithShape="1">
            <a:blip r:embed="rId3">
              <a:alphaModFix/>
            </a:blip>
            <a:srcRect b="0" l="16558" r="9944" t="0"/>
            <a:stretch/>
          </p:blipFill>
          <p:spPr>
            <a:xfrm rot="5400000">
              <a:off x="4806950" y="842524"/>
              <a:ext cx="5201224" cy="34728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06" name="Google Shape;506;p58"/>
            <p:cNvGrpSpPr/>
            <p:nvPr/>
          </p:nvGrpSpPr>
          <p:grpSpPr>
            <a:xfrm rot="-5400000">
              <a:off x="-801955" y="3168606"/>
              <a:ext cx="2333330" cy="538387"/>
              <a:chOff x="1492450" y="1911750"/>
              <a:chExt cx="2360475" cy="544650"/>
            </a:xfrm>
          </p:grpSpPr>
          <p:sp>
            <p:nvSpPr>
              <p:cNvPr id="507" name="Google Shape;507;p58"/>
              <p:cNvSpPr/>
              <p:nvPr/>
            </p:nvSpPr>
            <p:spPr>
              <a:xfrm>
                <a:off x="3086750" y="2015325"/>
                <a:ext cx="154050" cy="4100"/>
              </a:xfrm>
              <a:custGeom>
                <a:rect b="b" l="l" r="r" t="t"/>
                <a:pathLst>
                  <a:path extrusionOk="0" h="164" w="6162">
                    <a:moveTo>
                      <a:pt x="82" y="0"/>
                    </a:moveTo>
                    <a:cubicBezTo>
                      <a:pt x="36" y="0"/>
                      <a:pt x="1" y="37"/>
                      <a:pt x="1" y="82"/>
                    </a:cubicBezTo>
                    <a:cubicBezTo>
                      <a:pt x="1" y="126"/>
                      <a:pt x="36" y="163"/>
                      <a:pt x="82" y="163"/>
                    </a:cubicBezTo>
                    <a:lnTo>
                      <a:pt x="6080" y="163"/>
                    </a:lnTo>
                    <a:cubicBezTo>
                      <a:pt x="6127" y="163"/>
                      <a:pt x="6161" y="126"/>
                      <a:pt x="6161" y="82"/>
                    </a:cubicBezTo>
                    <a:cubicBezTo>
                      <a:pt x="6161" y="37"/>
                      <a:pt x="6124" y="0"/>
                      <a:pt x="60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58"/>
              <p:cNvSpPr/>
              <p:nvPr/>
            </p:nvSpPr>
            <p:spPr>
              <a:xfrm>
                <a:off x="32233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8" y="1234"/>
                      <a:pt x="1234" y="957"/>
                      <a:pt x="1234" y="617"/>
                    </a:cubicBezTo>
                    <a:cubicBezTo>
                      <a:pt x="1234" y="277"/>
                      <a:pt x="958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58"/>
              <p:cNvSpPr/>
              <p:nvPr/>
            </p:nvSpPr>
            <p:spPr>
              <a:xfrm>
                <a:off x="26791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29" y="0"/>
                    </a:moveTo>
                    <a:cubicBezTo>
                      <a:pt x="147" y="0"/>
                      <a:pt x="1" y="147"/>
                      <a:pt x="1" y="330"/>
                    </a:cubicBezTo>
                    <a:cubicBezTo>
                      <a:pt x="1" y="511"/>
                      <a:pt x="148" y="658"/>
                      <a:pt x="329" y="658"/>
                    </a:cubicBezTo>
                    <a:lnTo>
                      <a:pt x="1095" y="658"/>
                    </a:lnTo>
                    <a:cubicBezTo>
                      <a:pt x="1277" y="658"/>
                      <a:pt x="1425" y="511"/>
                      <a:pt x="1425" y="330"/>
                    </a:cubicBezTo>
                    <a:cubicBezTo>
                      <a:pt x="1425" y="147"/>
                      <a:pt x="1277" y="0"/>
                      <a:pt x="10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58"/>
              <p:cNvSpPr/>
              <p:nvPr/>
            </p:nvSpPr>
            <p:spPr>
              <a:xfrm>
                <a:off x="2740975" y="2009100"/>
                <a:ext cx="294175" cy="16475"/>
              </a:xfrm>
              <a:custGeom>
                <a:rect b="b" l="l" r="r" t="t"/>
                <a:pathLst>
                  <a:path extrusionOk="0" h="659" w="11767">
                    <a:moveTo>
                      <a:pt x="330" y="0"/>
                    </a:moveTo>
                    <a:cubicBezTo>
                      <a:pt x="148" y="0"/>
                      <a:pt x="1" y="147"/>
                      <a:pt x="1" y="330"/>
                    </a:cubicBezTo>
                    <a:cubicBezTo>
                      <a:pt x="1" y="511"/>
                      <a:pt x="150" y="658"/>
                      <a:pt x="330" y="658"/>
                    </a:cubicBezTo>
                    <a:lnTo>
                      <a:pt x="1825" y="658"/>
                    </a:lnTo>
                    <a:cubicBezTo>
                      <a:pt x="2006" y="658"/>
                      <a:pt x="2154" y="511"/>
                      <a:pt x="2154" y="330"/>
                    </a:cubicBezTo>
                    <a:cubicBezTo>
                      <a:pt x="2154" y="147"/>
                      <a:pt x="2006" y="0"/>
                      <a:pt x="1825" y="0"/>
                    </a:cubicBezTo>
                    <a:close/>
                    <a:moveTo>
                      <a:pt x="3534" y="0"/>
                    </a:moveTo>
                    <a:cubicBezTo>
                      <a:pt x="3353" y="0"/>
                      <a:pt x="3206" y="147"/>
                      <a:pt x="3206" y="330"/>
                    </a:cubicBezTo>
                    <a:cubicBezTo>
                      <a:pt x="3206" y="511"/>
                      <a:pt x="3354" y="658"/>
                      <a:pt x="3534" y="658"/>
                    </a:cubicBezTo>
                    <a:lnTo>
                      <a:pt x="5029" y="658"/>
                    </a:lnTo>
                    <a:cubicBezTo>
                      <a:pt x="5211" y="658"/>
                      <a:pt x="5358" y="511"/>
                      <a:pt x="5358" y="330"/>
                    </a:cubicBezTo>
                    <a:cubicBezTo>
                      <a:pt x="5358" y="147"/>
                      <a:pt x="5211" y="0"/>
                      <a:pt x="5029" y="0"/>
                    </a:cubicBezTo>
                    <a:close/>
                    <a:moveTo>
                      <a:pt x="6739" y="0"/>
                    </a:moveTo>
                    <a:cubicBezTo>
                      <a:pt x="6556" y="0"/>
                      <a:pt x="6410" y="147"/>
                      <a:pt x="6410" y="330"/>
                    </a:cubicBezTo>
                    <a:cubicBezTo>
                      <a:pt x="6410" y="511"/>
                      <a:pt x="6558" y="658"/>
                      <a:pt x="6739" y="658"/>
                    </a:cubicBezTo>
                    <a:lnTo>
                      <a:pt x="8234" y="658"/>
                    </a:lnTo>
                    <a:cubicBezTo>
                      <a:pt x="8414" y="658"/>
                      <a:pt x="8562" y="511"/>
                      <a:pt x="8562" y="330"/>
                    </a:cubicBezTo>
                    <a:cubicBezTo>
                      <a:pt x="8562" y="147"/>
                      <a:pt x="8414" y="0"/>
                      <a:pt x="8234" y="0"/>
                    </a:cubicBezTo>
                    <a:close/>
                    <a:moveTo>
                      <a:pt x="9942" y="0"/>
                    </a:moveTo>
                    <a:cubicBezTo>
                      <a:pt x="9760" y="0"/>
                      <a:pt x="9613" y="147"/>
                      <a:pt x="9613" y="330"/>
                    </a:cubicBezTo>
                    <a:cubicBezTo>
                      <a:pt x="9613" y="511"/>
                      <a:pt x="9761" y="658"/>
                      <a:pt x="9942" y="658"/>
                    </a:cubicBezTo>
                    <a:lnTo>
                      <a:pt x="11437" y="658"/>
                    </a:lnTo>
                    <a:cubicBezTo>
                      <a:pt x="11619" y="658"/>
                      <a:pt x="11766" y="511"/>
                      <a:pt x="11766" y="330"/>
                    </a:cubicBezTo>
                    <a:cubicBezTo>
                      <a:pt x="11766" y="147"/>
                      <a:pt x="11617" y="0"/>
                      <a:pt x="114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58"/>
              <p:cNvSpPr/>
              <p:nvPr/>
            </p:nvSpPr>
            <p:spPr>
              <a:xfrm>
                <a:off x="30614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30" y="0"/>
                    </a:moveTo>
                    <a:cubicBezTo>
                      <a:pt x="147" y="0"/>
                      <a:pt x="0" y="147"/>
                      <a:pt x="0" y="330"/>
                    </a:cubicBezTo>
                    <a:cubicBezTo>
                      <a:pt x="0" y="511"/>
                      <a:pt x="148" y="658"/>
                      <a:pt x="330" y="658"/>
                    </a:cubicBezTo>
                    <a:lnTo>
                      <a:pt x="1096" y="658"/>
                    </a:lnTo>
                    <a:cubicBezTo>
                      <a:pt x="1278" y="658"/>
                      <a:pt x="1424" y="511"/>
                      <a:pt x="1424" y="330"/>
                    </a:cubicBezTo>
                    <a:cubicBezTo>
                      <a:pt x="1424" y="147"/>
                      <a:pt x="1277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58"/>
              <p:cNvSpPr/>
              <p:nvPr/>
            </p:nvSpPr>
            <p:spPr>
              <a:xfrm>
                <a:off x="1520225" y="2015300"/>
                <a:ext cx="1169125" cy="235550"/>
              </a:xfrm>
              <a:custGeom>
                <a:rect b="b" l="l" r="r" t="t"/>
                <a:pathLst>
                  <a:path extrusionOk="0" h="9422" w="46765">
                    <a:moveTo>
                      <a:pt x="9349" y="0"/>
                    </a:moveTo>
                    <a:cubicBezTo>
                      <a:pt x="9328" y="0"/>
                      <a:pt x="9306" y="9"/>
                      <a:pt x="9291" y="24"/>
                    </a:cubicBezTo>
                    <a:lnTo>
                      <a:pt x="34" y="9281"/>
                    </a:lnTo>
                    <a:cubicBezTo>
                      <a:pt x="1" y="9313"/>
                      <a:pt x="1" y="9365"/>
                      <a:pt x="34" y="9397"/>
                    </a:cubicBezTo>
                    <a:cubicBezTo>
                      <a:pt x="50" y="9413"/>
                      <a:pt x="70" y="9421"/>
                      <a:pt x="92" y="9421"/>
                    </a:cubicBezTo>
                    <a:cubicBezTo>
                      <a:pt x="114" y="9421"/>
                      <a:pt x="135" y="9414"/>
                      <a:pt x="152" y="9395"/>
                    </a:cubicBezTo>
                    <a:lnTo>
                      <a:pt x="9384" y="163"/>
                    </a:lnTo>
                    <a:lnTo>
                      <a:pt x="46683" y="163"/>
                    </a:lnTo>
                    <a:cubicBezTo>
                      <a:pt x="46727" y="163"/>
                      <a:pt x="46764" y="126"/>
                      <a:pt x="46764" y="82"/>
                    </a:cubicBezTo>
                    <a:cubicBezTo>
                      <a:pt x="46764" y="36"/>
                      <a:pt x="46727" y="0"/>
                      <a:pt x="46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58"/>
              <p:cNvSpPr/>
              <p:nvPr/>
            </p:nvSpPr>
            <p:spPr>
              <a:xfrm>
                <a:off x="2102650" y="1925075"/>
                <a:ext cx="175350" cy="94350"/>
              </a:xfrm>
              <a:custGeom>
                <a:rect b="b" l="l" r="r" t="t"/>
                <a:pathLst>
                  <a:path extrusionOk="0" h="3774" w="7014">
                    <a:moveTo>
                      <a:pt x="3699" y="1"/>
                    </a:moveTo>
                    <a:cubicBezTo>
                      <a:pt x="3677" y="1"/>
                      <a:pt x="3655" y="11"/>
                      <a:pt x="3641" y="25"/>
                    </a:cubicBezTo>
                    <a:lnTo>
                      <a:pt x="33" y="3633"/>
                    </a:lnTo>
                    <a:cubicBezTo>
                      <a:pt x="0" y="3665"/>
                      <a:pt x="0" y="3717"/>
                      <a:pt x="33" y="3748"/>
                    </a:cubicBezTo>
                    <a:cubicBezTo>
                      <a:pt x="49" y="3765"/>
                      <a:pt x="70" y="3773"/>
                      <a:pt x="92" y="3773"/>
                    </a:cubicBezTo>
                    <a:cubicBezTo>
                      <a:pt x="113" y="3773"/>
                      <a:pt x="133" y="3766"/>
                      <a:pt x="149" y="3747"/>
                    </a:cubicBezTo>
                    <a:lnTo>
                      <a:pt x="3734" y="164"/>
                    </a:lnTo>
                    <a:lnTo>
                      <a:pt x="6932" y="164"/>
                    </a:lnTo>
                    <a:cubicBezTo>
                      <a:pt x="6976" y="164"/>
                      <a:pt x="7013" y="127"/>
                      <a:pt x="7013" y="82"/>
                    </a:cubicBezTo>
                    <a:cubicBezTo>
                      <a:pt x="7013" y="38"/>
                      <a:pt x="6976" y="1"/>
                      <a:pt x="69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58"/>
              <p:cNvSpPr/>
              <p:nvPr/>
            </p:nvSpPr>
            <p:spPr>
              <a:xfrm>
                <a:off x="2260500" y="1911750"/>
                <a:ext cx="30900" cy="30875"/>
              </a:xfrm>
              <a:custGeom>
                <a:rect b="b" l="l" r="r" t="t"/>
                <a:pathLst>
                  <a:path extrusionOk="0" h="1235" w="1236">
                    <a:moveTo>
                      <a:pt x="618" y="0"/>
                    </a:moveTo>
                    <a:cubicBezTo>
                      <a:pt x="278" y="0"/>
                      <a:pt x="0" y="276"/>
                      <a:pt x="0" y="617"/>
                    </a:cubicBezTo>
                    <a:cubicBezTo>
                      <a:pt x="0" y="958"/>
                      <a:pt x="278" y="1234"/>
                      <a:pt x="618" y="1234"/>
                    </a:cubicBezTo>
                    <a:cubicBezTo>
                      <a:pt x="958" y="1234"/>
                      <a:pt x="1235" y="958"/>
                      <a:pt x="1235" y="617"/>
                    </a:cubicBezTo>
                    <a:cubicBezTo>
                      <a:pt x="1235" y="276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58"/>
              <p:cNvSpPr/>
              <p:nvPr/>
            </p:nvSpPr>
            <p:spPr>
              <a:xfrm>
                <a:off x="2538650" y="2015275"/>
                <a:ext cx="461325" cy="131575"/>
              </a:xfrm>
              <a:custGeom>
                <a:rect b="b" l="l" r="r" t="t"/>
                <a:pathLst>
                  <a:path extrusionOk="0" h="5263" w="18453">
                    <a:moveTo>
                      <a:pt x="91" y="1"/>
                    </a:moveTo>
                    <a:cubicBezTo>
                      <a:pt x="70" y="1"/>
                      <a:pt x="49" y="9"/>
                      <a:pt x="33" y="25"/>
                    </a:cubicBezTo>
                    <a:cubicBezTo>
                      <a:pt x="0" y="57"/>
                      <a:pt x="0" y="109"/>
                      <a:pt x="33" y="140"/>
                    </a:cubicBezTo>
                    <a:lnTo>
                      <a:pt x="5130" y="5238"/>
                    </a:lnTo>
                    <a:cubicBezTo>
                      <a:pt x="5147" y="5254"/>
                      <a:pt x="5167" y="5263"/>
                      <a:pt x="5189" y="5263"/>
                    </a:cubicBezTo>
                    <a:lnTo>
                      <a:pt x="18372" y="5263"/>
                    </a:lnTo>
                    <a:cubicBezTo>
                      <a:pt x="18419" y="5263"/>
                      <a:pt x="18452" y="5225"/>
                      <a:pt x="18452" y="5180"/>
                    </a:cubicBezTo>
                    <a:cubicBezTo>
                      <a:pt x="18452" y="5135"/>
                      <a:pt x="18415" y="5099"/>
                      <a:pt x="18371" y="5099"/>
                    </a:cubicBezTo>
                    <a:lnTo>
                      <a:pt x="5222" y="5099"/>
                    </a:lnTo>
                    <a:lnTo>
                      <a:pt x="148" y="25"/>
                    </a:lnTo>
                    <a:cubicBezTo>
                      <a:pt x="133" y="9"/>
                      <a:pt x="112" y="1"/>
                      <a:pt x="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58"/>
              <p:cNvSpPr/>
              <p:nvPr/>
            </p:nvSpPr>
            <p:spPr>
              <a:xfrm>
                <a:off x="2982525" y="21293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1"/>
                    </a:moveTo>
                    <a:cubicBezTo>
                      <a:pt x="277" y="1"/>
                      <a:pt x="0" y="277"/>
                      <a:pt x="0" y="618"/>
                    </a:cubicBezTo>
                    <a:cubicBezTo>
                      <a:pt x="0" y="959"/>
                      <a:pt x="277" y="1235"/>
                      <a:pt x="617" y="1235"/>
                    </a:cubicBezTo>
                    <a:cubicBezTo>
                      <a:pt x="957" y="1235"/>
                      <a:pt x="1234" y="959"/>
                      <a:pt x="1234" y="618"/>
                    </a:cubicBezTo>
                    <a:cubicBezTo>
                      <a:pt x="1234" y="277"/>
                      <a:pt x="957" y="1"/>
                      <a:pt x="6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58"/>
              <p:cNvSpPr/>
              <p:nvPr/>
            </p:nvSpPr>
            <p:spPr>
              <a:xfrm>
                <a:off x="1997625" y="2015300"/>
                <a:ext cx="1841950" cy="415750"/>
              </a:xfrm>
              <a:custGeom>
                <a:rect b="b" l="l" r="r" t="t"/>
                <a:pathLst>
                  <a:path extrusionOk="0" h="16630" w="73678">
                    <a:moveTo>
                      <a:pt x="92" y="0"/>
                    </a:moveTo>
                    <a:cubicBezTo>
                      <a:pt x="71" y="0"/>
                      <a:pt x="50" y="8"/>
                      <a:pt x="33" y="24"/>
                    </a:cubicBezTo>
                    <a:cubicBezTo>
                      <a:pt x="1" y="56"/>
                      <a:pt x="1" y="108"/>
                      <a:pt x="33" y="139"/>
                    </a:cubicBezTo>
                    <a:lnTo>
                      <a:pt x="16498" y="16605"/>
                    </a:lnTo>
                    <a:cubicBezTo>
                      <a:pt x="16514" y="16621"/>
                      <a:pt x="16535" y="16629"/>
                      <a:pt x="16557" y="16629"/>
                    </a:cubicBezTo>
                    <a:lnTo>
                      <a:pt x="73595" y="16629"/>
                    </a:lnTo>
                    <a:cubicBezTo>
                      <a:pt x="73641" y="16629"/>
                      <a:pt x="73677" y="16592"/>
                      <a:pt x="73676" y="16548"/>
                    </a:cubicBezTo>
                    <a:cubicBezTo>
                      <a:pt x="73676" y="16503"/>
                      <a:pt x="73639" y="16466"/>
                      <a:pt x="73595" y="16466"/>
                    </a:cubicBezTo>
                    <a:lnTo>
                      <a:pt x="16590" y="16466"/>
                    </a:lnTo>
                    <a:lnTo>
                      <a:pt x="148" y="24"/>
                    </a:lnTo>
                    <a:cubicBezTo>
                      <a:pt x="133" y="8"/>
                      <a:pt x="112" y="0"/>
                      <a:pt x="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58"/>
              <p:cNvSpPr/>
              <p:nvPr/>
            </p:nvSpPr>
            <p:spPr>
              <a:xfrm>
                <a:off x="3822050" y="2413550"/>
                <a:ext cx="30875" cy="30850"/>
              </a:xfrm>
              <a:custGeom>
                <a:rect b="b" l="l" r="r" t="t"/>
                <a:pathLst>
                  <a:path extrusionOk="0" h="1234" w="1235">
                    <a:moveTo>
                      <a:pt x="618" y="0"/>
                    </a:moveTo>
                    <a:cubicBezTo>
                      <a:pt x="277" y="0"/>
                      <a:pt x="0" y="277"/>
                      <a:pt x="0" y="618"/>
                    </a:cubicBezTo>
                    <a:cubicBezTo>
                      <a:pt x="0" y="958"/>
                      <a:pt x="277" y="1234"/>
                      <a:pt x="618" y="1234"/>
                    </a:cubicBezTo>
                    <a:cubicBezTo>
                      <a:pt x="958" y="1234"/>
                      <a:pt x="1234" y="958"/>
                      <a:pt x="1234" y="618"/>
                    </a:cubicBezTo>
                    <a:cubicBezTo>
                      <a:pt x="1234" y="277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58"/>
              <p:cNvSpPr/>
              <p:nvPr/>
            </p:nvSpPr>
            <p:spPr>
              <a:xfrm>
                <a:off x="2220000" y="2015325"/>
                <a:ext cx="10525" cy="4100"/>
              </a:xfrm>
              <a:custGeom>
                <a:rect b="b" l="l" r="r" t="t"/>
                <a:pathLst>
                  <a:path extrusionOk="0" h="164" w="421">
                    <a:moveTo>
                      <a:pt x="82" y="0"/>
                    </a:moveTo>
                    <a:cubicBezTo>
                      <a:pt x="38" y="0"/>
                      <a:pt x="1" y="37"/>
                      <a:pt x="1" y="82"/>
                    </a:cubicBezTo>
                    <a:cubicBezTo>
                      <a:pt x="1" y="126"/>
                      <a:pt x="38" y="163"/>
                      <a:pt x="82" y="163"/>
                    </a:cubicBezTo>
                    <a:lnTo>
                      <a:pt x="339" y="163"/>
                    </a:lnTo>
                    <a:cubicBezTo>
                      <a:pt x="384" y="163"/>
                      <a:pt x="420" y="126"/>
                      <a:pt x="420" y="82"/>
                    </a:cubicBezTo>
                    <a:cubicBezTo>
                      <a:pt x="420" y="37"/>
                      <a:pt x="383" y="0"/>
                      <a:pt x="3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58"/>
              <p:cNvSpPr/>
              <p:nvPr/>
            </p:nvSpPr>
            <p:spPr>
              <a:xfrm>
                <a:off x="22130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8" y="0"/>
                    </a:moveTo>
                    <a:cubicBezTo>
                      <a:pt x="276" y="0"/>
                      <a:pt x="0" y="275"/>
                      <a:pt x="0" y="617"/>
                    </a:cubicBezTo>
                    <a:cubicBezTo>
                      <a:pt x="0" y="958"/>
                      <a:pt x="276" y="1234"/>
                      <a:pt x="618" y="1234"/>
                    </a:cubicBezTo>
                    <a:cubicBezTo>
                      <a:pt x="958" y="1234"/>
                      <a:pt x="1234" y="958"/>
                      <a:pt x="1234" y="617"/>
                    </a:cubicBezTo>
                    <a:cubicBezTo>
                      <a:pt x="1234" y="275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58"/>
              <p:cNvSpPr/>
              <p:nvPr/>
            </p:nvSpPr>
            <p:spPr>
              <a:xfrm>
                <a:off x="227515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3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58"/>
              <p:cNvSpPr/>
              <p:nvPr/>
            </p:nvSpPr>
            <p:spPr>
              <a:xfrm>
                <a:off x="22681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58"/>
              <p:cNvSpPr/>
              <p:nvPr/>
            </p:nvSpPr>
            <p:spPr>
              <a:xfrm>
                <a:off x="233030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2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58"/>
              <p:cNvSpPr/>
              <p:nvPr/>
            </p:nvSpPr>
            <p:spPr>
              <a:xfrm>
                <a:off x="23233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58"/>
              <p:cNvSpPr/>
              <p:nvPr/>
            </p:nvSpPr>
            <p:spPr>
              <a:xfrm>
                <a:off x="1492450" y="2221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58"/>
              <p:cNvSpPr/>
              <p:nvPr/>
            </p:nvSpPr>
            <p:spPr>
              <a:xfrm>
                <a:off x="2638300" y="2117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1"/>
                    </a:cubicBezTo>
                    <a:cubicBezTo>
                      <a:pt x="1" y="750"/>
                      <a:pt x="1" y="1443"/>
                      <a:pt x="428" y="1870"/>
                    </a:cubicBezTo>
                    <a:cubicBezTo>
                      <a:pt x="642" y="2085"/>
                      <a:pt x="923" y="2192"/>
                      <a:pt x="1203" y="2192"/>
                    </a:cubicBezTo>
                    <a:cubicBezTo>
                      <a:pt x="1483" y="2192"/>
                      <a:pt x="1764" y="2085"/>
                      <a:pt x="1977" y="1870"/>
                    </a:cubicBezTo>
                    <a:cubicBezTo>
                      <a:pt x="2406" y="1443"/>
                      <a:pt x="2406" y="750"/>
                      <a:pt x="1977" y="321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58"/>
              <p:cNvSpPr/>
              <p:nvPr/>
            </p:nvSpPr>
            <p:spPr>
              <a:xfrm>
                <a:off x="1723875" y="1989975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3" y="0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58"/>
              <p:cNvSpPr/>
              <p:nvPr/>
            </p:nvSpPr>
            <p:spPr>
              <a:xfrm>
                <a:off x="2381475" y="24016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2" y="0"/>
                      <a:pt x="642" y="107"/>
                      <a:pt x="428" y="322"/>
                    </a:cubicBezTo>
                    <a:cubicBezTo>
                      <a:pt x="0" y="749"/>
                      <a:pt x="0" y="1442"/>
                      <a:pt x="428" y="1871"/>
                    </a:cubicBezTo>
                    <a:cubicBezTo>
                      <a:pt x="642" y="2084"/>
                      <a:pt x="922" y="2191"/>
                      <a:pt x="1203" y="2191"/>
                    </a:cubicBezTo>
                    <a:cubicBezTo>
                      <a:pt x="1483" y="2191"/>
                      <a:pt x="1763" y="2084"/>
                      <a:pt x="1977" y="1871"/>
                    </a:cubicBezTo>
                    <a:cubicBezTo>
                      <a:pt x="2405" y="1442"/>
                      <a:pt x="2405" y="749"/>
                      <a:pt x="1977" y="322"/>
                    </a:cubicBezTo>
                    <a:cubicBezTo>
                      <a:pt x="1763" y="107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58"/>
              <p:cNvSpPr/>
              <p:nvPr/>
            </p:nvSpPr>
            <p:spPr>
              <a:xfrm>
                <a:off x="1972525" y="1990000"/>
                <a:ext cx="54775" cy="54775"/>
              </a:xfrm>
              <a:custGeom>
                <a:rect b="b" l="l" r="r" t="t"/>
                <a:pathLst>
                  <a:path extrusionOk="0" h="2191" w="2191">
                    <a:moveTo>
                      <a:pt x="1096" y="0"/>
                    </a:moveTo>
                    <a:cubicBezTo>
                      <a:pt x="490" y="0"/>
                      <a:pt x="0" y="490"/>
                      <a:pt x="0" y="1095"/>
                    </a:cubicBezTo>
                    <a:cubicBezTo>
                      <a:pt x="0" y="1699"/>
                      <a:pt x="490" y="2191"/>
                      <a:pt x="1096" y="2191"/>
                    </a:cubicBezTo>
                    <a:cubicBezTo>
                      <a:pt x="1700" y="2191"/>
                      <a:pt x="2191" y="1699"/>
                      <a:pt x="2191" y="1095"/>
                    </a:cubicBezTo>
                    <a:cubicBezTo>
                      <a:pt x="2191" y="490"/>
                      <a:pt x="1700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58"/>
              <p:cNvSpPr/>
              <p:nvPr/>
            </p:nvSpPr>
            <p:spPr>
              <a:xfrm>
                <a:off x="2506375" y="2248775"/>
                <a:ext cx="68525" cy="93100"/>
              </a:xfrm>
              <a:custGeom>
                <a:rect b="b" l="l" r="r" t="t"/>
                <a:pathLst>
                  <a:path extrusionOk="0" h="3724" w="2741">
                    <a:moveTo>
                      <a:pt x="1" y="1"/>
                    </a:moveTo>
                    <a:lnTo>
                      <a:pt x="1111" y="1861"/>
                    </a:lnTo>
                    <a:lnTo>
                      <a:pt x="1" y="3723"/>
                    </a:lnTo>
                    <a:lnTo>
                      <a:pt x="1630" y="3723"/>
                    </a:lnTo>
                    <a:lnTo>
                      <a:pt x="2740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58"/>
              <p:cNvSpPr/>
              <p:nvPr/>
            </p:nvSpPr>
            <p:spPr>
              <a:xfrm>
                <a:off x="2620550" y="2248775"/>
                <a:ext cx="68550" cy="93100"/>
              </a:xfrm>
              <a:custGeom>
                <a:rect b="b" l="l" r="r" t="t"/>
                <a:pathLst>
                  <a:path extrusionOk="0" h="3724" w="2742">
                    <a:moveTo>
                      <a:pt x="1" y="1"/>
                    </a:moveTo>
                    <a:lnTo>
                      <a:pt x="1111" y="1861"/>
                    </a:lnTo>
                    <a:lnTo>
                      <a:pt x="1" y="3723"/>
                    </a:lnTo>
                    <a:lnTo>
                      <a:pt x="1630" y="3723"/>
                    </a:lnTo>
                    <a:lnTo>
                      <a:pt x="2742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58"/>
              <p:cNvSpPr/>
              <p:nvPr/>
            </p:nvSpPr>
            <p:spPr>
              <a:xfrm>
                <a:off x="2734800" y="2248775"/>
                <a:ext cx="68500" cy="93100"/>
              </a:xfrm>
              <a:custGeom>
                <a:rect b="b" l="l" r="r" t="t"/>
                <a:pathLst>
                  <a:path extrusionOk="0" h="3724" w="2740">
                    <a:moveTo>
                      <a:pt x="0" y="1"/>
                    </a:moveTo>
                    <a:lnTo>
                      <a:pt x="1110" y="1861"/>
                    </a:lnTo>
                    <a:lnTo>
                      <a:pt x="0" y="3723"/>
                    </a:lnTo>
                    <a:lnTo>
                      <a:pt x="1629" y="3723"/>
                    </a:lnTo>
                    <a:lnTo>
                      <a:pt x="2740" y="1861"/>
                    </a:ln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58"/>
              <p:cNvSpPr/>
              <p:nvPr/>
            </p:nvSpPr>
            <p:spPr>
              <a:xfrm>
                <a:off x="2848975" y="2248775"/>
                <a:ext cx="68525" cy="93100"/>
              </a:xfrm>
              <a:custGeom>
                <a:rect b="b" l="l" r="r" t="t"/>
                <a:pathLst>
                  <a:path extrusionOk="0" h="3724" w="2741">
                    <a:moveTo>
                      <a:pt x="0" y="1"/>
                    </a:moveTo>
                    <a:lnTo>
                      <a:pt x="1110" y="1861"/>
                    </a:lnTo>
                    <a:lnTo>
                      <a:pt x="0" y="3723"/>
                    </a:lnTo>
                    <a:lnTo>
                      <a:pt x="1631" y="3723"/>
                    </a:lnTo>
                    <a:lnTo>
                      <a:pt x="2741" y="1861"/>
                    </a:lnTo>
                    <a:lnTo>
                      <a:pt x="16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58"/>
              <p:cNvSpPr/>
              <p:nvPr/>
            </p:nvSpPr>
            <p:spPr>
              <a:xfrm>
                <a:off x="2963175" y="2248775"/>
                <a:ext cx="68500" cy="93100"/>
              </a:xfrm>
              <a:custGeom>
                <a:rect b="b" l="l" r="r" t="t"/>
                <a:pathLst>
                  <a:path extrusionOk="0" h="3724" w="2740">
                    <a:moveTo>
                      <a:pt x="0" y="1"/>
                    </a:moveTo>
                    <a:lnTo>
                      <a:pt x="1111" y="1861"/>
                    </a:lnTo>
                    <a:lnTo>
                      <a:pt x="0" y="3723"/>
                    </a:lnTo>
                    <a:lnTo>
                      <a:pt x="1630" y="3723"/>
                    </a:lnTo>
                    <a:lnTo>
                      <a:pt x="2740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58"/>
              <p:cNvSpPr/>
              <p:nvPr/>
            </p:nvSpPr>
            <p:spPr>
              <a:xfrm>
                <a:off x="3077375" y="2248775"/>
                <a:ext cx="68550" cy="93100"/>
              </a:xfrm>
              <a:custGeom>
                <a:rect b="b" l="l" r="r" t="t"/>
                <a:pathLst>
                  <a:path extrusionOk="0" h="3724" w="2742">
                    <a:moveTo>
                      <a:pt x="1" y="1"/>
                    </a:moveTo>
                    <a:lnTo>
                      <a:pt x="1112" y="1861"/>
                    </a:lnTo>
                    <a:lnTo>
                      <a:pt x="1" y="3723"/>
                    </a:lnTo>
                    <a:lnTo>
                      <a:pt x="1631" y="3723"/>
                    </a:lnTo>
                    <a:lnTo>
                      <a:pt x="2741" y="1861"/>
                    </a:lnTo>
                    <a:lnTo>
                      <a:pt x="16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6" name="Google Shape;536;p58"/>
          <p:cNvSpPr txBox="1"/>
          <p:nvPr/>
        </p:nvSpPr>
        <p:spPr>
          <a:xfrm>
            <a:off x="1080838" y="3656163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This presentation template was created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Figtree"/>
                <a:ea typeface="Figtree"/>
                <a:cs typeface="Figtree"/>
                <a:sym typeface="Figtree"/>
                <a:hlinkClick r:id="rId4"/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includes icons by </a:t>
            </a:r>
            <a:r>
              <a:rPr b="1" i="0" lang="en" sz="1000" u="sng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infographics &amp; images by </a:t>
            </a:r>
            <a:r>
              <a:rPr b="1" i="0" lang="en" sz="1000" u="sng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sng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59"/>
          <p:cNvPicPr preferRelativeResize="0"/>
          <p:nvPr/>
        </p:nvPicPr>
        <p:blipFill rotWithShape="1">
          <a:blip r:embed="rId2">
            <a:alphaModFix amt="51000"/>
          </a:blip>
          <a:srcRect b="0" l="0" r="0" t="0"/>
          <a:stretch/>
        </p:blipFill>
        <p:spPr>
          <a:xfrm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0" name="Google Shape;540;p59"/>
          <p:cNvSpPr txBox="1"/>
          <p:nvPr>
            <p:ph idx="1" type="body"/>
          </p:nvPr>
        </p:nvSpPr>
        <p:spPr>
          <a:xfrm>
            <a:off x="720000" y="1297500"/>
            <a:ext cx="4789200" cy="25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■"/>
              <a:defRPr/>
            </a:lvl9pPr>
          </a:lstStyle>
          <a:p/>
        </p:txBody>
      </p:sp>
      <p:grpSp>
        <p:nvGrpSpPr>
          <p:cNvPr id="541" name="Google Shape;541;p59"/>
          <p:cNvGrpSpPr/>
          <p:nvPr/>
        </p:nvGrpSpPr>
        <p:grpSpPr>
          <a:xfrm>
            <a:off x="114900" y="45740"/>
            <a:ext cx="9029208" cy="4777048"/>
            <a:chOff x="114900" y="45740"/>
            <a:chExt cx="9029208" cy="4777048"/>
          </a:xfrm>
        </p:grpSpPr>
        <p:grpSp>
          <p:nvGrpSpPr>
            <p:cNvPr id="542" name="Google Shape;542;p59"/>
            <p:cNvGrpSpPr/>
            <p:nvPr/>
          </p:nvGrpSpPr>
          <p:grpSpPr>
            <a:xfrm rot="10800000">
              <a:off x="6896258" y="45740"/>
              <a:ext cx="2247850" cy="436172"/>
              <a:chOff x="4355200" y="2680475"/>
              <a:chExt cx="1977175" cy="383650"/>
            </a:xfrm>
          </p:grpSpPr>
          <p:sp>
            <p:nvSpPr>
              <p:cNvPr id="543" name="Google Shape;543;p59"/>
              <p:cNvSpPr/>
              <p:nvPr/>
            </p:nvSpPr>
            <p:spPr>
              <a:xfrm>
                <a:off x="4355200" y="2762025"/>
                <a:ext cx="1907825" cy="302100"/>
              </a:xfrm>
              <a:custGeom>
                <a:rect b="b" l="l" r="r" t="t"/>
                <a:pathLst>
                  <a:path extrusionOk="0" h="12084" w="76313">
                    <a:moveTo>
                      <a:pt x="41822" y="0"/>
                    </a:moveTo>
                    <a:lnTo>
                      <a:pt x="37181" y="4639"/>
                    </a:lnTo>
                    <a:lnTo>
                      <a:pt x="1" y="4639"/>
                    </a:lnTo>
                    <a:lnTo>
                      <a:pt x="1" y="5243"/>
                    </a:lnTo>
                    <a:lnTo>
                      <a:pt x="37431" y="5243"/>
                    </a:lnTo>
                    <a:lnTo>
                      <a:pt x="42072" y="603"/>
                    </a:lnTo>
                    <a:lnTo>
                      <a:pt x="52129" y="603"/>
                    </a:lnTo>
                    <a:lnTo>
                      <a:pt x="63610" y="12084"/>
                    </a:lnTo>
                    <a:lnTo>
                      <a:pt x="76313" y="12084"/>
                    </a:lnTo>
                    <a:lnTo>
                      <a:pt x="76313" y="11481"/>
                    </a:lnTo>
                    <a:lnTo>
                      <a:pt x="63860" y="11481"/>
                    </a:lnTo>
                    <a:lnTo>
                      <a:pt x="523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59"/>
              <p:cNvSpPr/>
              <p:nvPr/>
            </p:nvSpPr>
            <p:spPr>
              <a:xfrm>
                <a:off x="4538575" y="2873150"/>
                <a:ext cx="1793800" cy="116350"/>
              </a:xfrm>
              <a:custGeom>
                <a:rect b="b" l="l" r="r" t="t"/>
                <a:pathLst>
                  <a:path extrusionOk="0" h="4654" w="71752">
                    <a:moveTo>
                      <a:pt x="64934" y="1"/>
                    </a:moveTo>
                    <a:lnTo>
                      <a:pt x="60584" y="4351"/>
                    </a:lnTo>
                    <a:lnTo>
                      <a:pt x="1" y="4351"/>
                    </a:lnTo>
                    <a:lnTo>
                      <a:pt x="1" y="4654"/>
                    </a:lnTo>
                    <a:lnTo>
                      <a:pt x="60709" y="4654"/>
                    </a:lnTo>
                    <a:lnTo>
                      <a:pt x="65059" y="301"/>
                    </a:lnTo>
                    <a:lnTo>
                      <a:pt x="71752" y="301"/>
                    </a:lnTo>
                    <a:lnTo>
                      <a:pt x="717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59"/>
              <p:cNvSpPr/>
              <p:nvPr/>
            </p:nvSpPr>
            <p:spPr>
              <a:xfrm>
                <a:off x="5417000" y="2895175"/>
                <a:ext cx="31000" cy="35825"/>
              </a:xfrm>
              <a:custGeom>
                <a:rect b="b" l="l" r="r" t="t"/>
                <a:pathLst>
                  <a:path extrusionOk="0" h="1433" w="1240">
                    <a:moveTo>
                      <a:pt x="0" y="0"/>
                    </a:moveTo>
                    <a:lnTo>
                      <a:pt x="0" y="1432"/>
                    </a:lnTo>
                    <a:lnTo>
                      <a:pt x="1239" y="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59"/>
              <p:cNvSpPr/>
              <p:nvPr/>
            </p:nvSpPr>
            <p:spPr>
              <a:xfrm>
                <a:off x="5458275" y="2895175"/>
                <a:ext cx="31000" cy="35825"/>
              </a:xfrm>
              <a:custGeom>
                <a:rect b="b" l="l" r="r" t="t"/>
                <a:pathLst>
                  <a:path extrusionOk="0" h="1433" w="1240">
                    <a:moveTo>
                      <a:pt x="0" y="0"/>
                    </a:moveTo>
                    <a:lnTo>
                      <a:pt x="0" y="1432"/>
                    </a:lnTo>
                    <a:lnTo>
                      <a:pt x="1240" y="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59"/>
              <p:cNvSpPr/>
              <p:nvPr/>
            </p:nvSpPr>
            <p:spPr>
              <a:xfrm>
                <a:off x="5499550" y="2895175"/>
                <a:ext cx="31050" cy="35825"/>
              </a:xfrm>
              <a:custGeom>
                <a:rect b="b" l="l" r="r" t="t"/>
                <a:pathLst>
                  <a:path extrusionOk="0" h="1433" w="1242">
                    <a:moveTo>
                      <a:pt x="1" y="0"/>
                    </a:moveTo>
                    <a:lnTo>
                      <a:pt x="1" y="1432"/>
                    </a:lnTo>
                    <a:lnTo>
                      <a:pt x="1241" y="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59"/>
              <p:cNvSpPr/>
              <p:nvPr/>
            </p:nvSpPr>
            <p:spPr>
              <a:xfrm>
                <a:off x="5540850" y="2895175"/>
                <a:ext cx="31025" cy="35825"/>
              </a:xfrm>
              <a:custGeom>
                <a:rect b="b" l="l" r="r" t="t"/>
                <a:pathLst>
                  <a:path extrusionOk="0" h="1433" w="1241">
                    <a:moveTo>
                      <a:pt x="0" y="0"/>
                    </a:moveTo>
                    <a:lnTo>
                      <a:pt x="0" y="1432"/>
                    </a:lnTo>
                    <a:lnTo>
                      <a:pt x="1241" y="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59"/>
              <p:cNvSpPr/>
              <p:nvPr/>
            </p:nvSpPr>
            <p:spPr>
              <a:xfrm>
                <a:off x="5582150" y="2895175"/>
                <a:ext cx="31000" cy="35825"/>
              </a:xfrm>
              <a:custGeom>
                <a:rect b="b" l="l" r="r" t="t"/>
                <a:pathLst>
                  <a:path extrusionOk="0" h="1433" w="1240">
                    <a:moveTo>
                      <a:pt x="1" y="0"/>
                    </a:moveTo>
                    <a:lnTo>
                      <a:pt x="1" y="1432"/>
                    </a:lnTo>
                    <a:lnTo>
                      <a:pt x="1240" y="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59"/>
              <p:cNvSpPr/>
              <p:nvPr/>
            </p:nvSpPr>
            <p:spPr>
              <a:xfrm>
                <a:off x="4983750" y="2754425"/>
                <a:ext cx="91900" cy="91875"/>
              </a:xfrm>
              <a:custGeom>
                <a:rect b="b" l="l" r="r" t="t"/>
                <a:pathLst>
                  <a:path extrusionOk="0" h="3675" w="3676">
                    <a:moveTo>
                      <a:pt x="1838" y="303"/>
                    </a:moveTo>
                    <a:cubicBezTo>
                      <a:pt x="2685" y="303"/>
                      <a:pt x="3374" y="990"/>
                      <a:pt x="3374" y="1838"/>
                    </a:cubicBezTo>
                    <a:cubicBezTo>
                      <a:pt x="3374" y="2685"/>
                      <a:pt x="2685" y="3375"/>
                      <a:pt x="1838" y="3375"/>
                    </a:cubicBezTo>
                    <a:cubicBezTo>
                      <a:pt x="992" y="3375"/>
                      <a:pt x="303" y="2685"/>
                      <a:pt x="303" y="1838"/>
                    </a:cubicBezTo>
                    <a:cubicBezTo>
                      <a:pt x="303" y="991"/>
                      <a:pt x="992" y="303"/>
                      <a:pt x="1838" y="303"/>
                    </a:cubicBezTo>
                    <a:close/>
                    <a:moveTo>
                      <a:pt x="1838" y="0"/>
                    </a:moveTo>
                    <a:cubicBezTo>
                      <a:pt x="825" y="0"/>
                      <a:pt x="1" y="825"/>
                      <a:pt x="1" y="1837"/>
                    </a:cubicBezTo>
                    <a:cubicBezTo>
                      <a:pt x="1" y="2851"/>
                      <a:pt x="826" y="3675"/>
                      <a:pt x="1838" y="3675"/>
                    </a:cubicBezTo>
                    <a:cubicBezTo>
                      <a:pt x="2853" y="3675"/>
                      <a:pt x="3675" y="2851"/>
                      <a:pt x="3675" y="1837"/>
                    </a:cubicBezTo>
                    <a:cubicBezTo>
                      <a:pt x="3675" y="823"/>
                      <a:pt x="2851" y="0"/>
                      <a:pt x="18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59"/>
              <p:cNvSpPr/>
              <p:nvPr/>
            </p:nvSpPr>
            <p:spPr>
              <a:xfrm>
                <a:off x="5118950" y="2774950"/>
                <a:ext cx="50850" cy="50850"/>
              </a:xfrm>
              <a:custGeom>
                <a:rect b="b" l="l" r="r" t="t"/>
                <a:pathLst>
                  <a:path extrusionOk="0" h="2034" w="2034">
                    <a:moveTo>
                      <a:pt x="1017" y="301"/>
                    </a:moveTo>
                    <a:cubicBezTo>
                      <a:pt x="1412" y="301"/>
                      <a:pt x="1732" y="622"/>
                      <a:pt x="1732" y="1016"/>
                    </a:cubicBezTo>
                    <a:cubicBezTo>
                      <a:pt x="1732" y="1410"/>
                      <a:pt x="1412" y="1731"/>
                      <a:pt x="1017" y="1731"/>
                    </a:cubicBezTo>
                    <a:cubicBezTo>
                      <a:pt x="623" y="1731"/>
                      <a:pt x="303" y="1410"/>
                      <a:pt x="303" y="1016"/>
                    </a:cubicBezTo>
                    <a:cubicBezTo>
                      <a:pt x="303" y="622"/>
                      <a:pt x="623" y="301"/>
                      <a:pt x="1017" y="301"/>
                    </a:cubicBezTo>
                    <a:close/>
                    <a:moveTo>
                      <a:pt x="1017" y="1"/>
                    </a:moveTo>
                    <a:cubicBezTo>
                      <a:pt x="457" y="1"/>
                      <a:pt x="0" y="457"/>
                      <a:pt x="0" y="1017"/>
                    </a:cubicBezTo>
                    <a:cubicBezTo>
                      <a:pt x="0" y="1577"/>
                      <a:pt x="457" y="2034"/>
                      <a:pt x="1017" y="2034"/>
                    </a:cubicBezTo>
                    <a:cubicBezTo>
                      <a:pt x="1577" y="2034"/>
                      <a:pt x="2033" y="1577"/>
                      <a:pt x="2033" y="1017"/>
                    </a:cubicBezTo>
                    <a:cubicBezTo>
                      <a:pt x="2033" y="456"/>
                      <a:pt x="1577" y="1"/>
                      <a:pt x="1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59"/>
              <p:cNvSpPr/>
              <p:nvPr/>
            </p:nvSpPr>
            <p:spPr>
              <a:xfrm>
                <a:off x="5964025" y="2684300"/>
                <a:ext cx="63000" cy="63000"/>
              </a:xfrm>
              <a:custGeom>
                <a:rect b="b" l="l" r="r" t="t"/>
                <a:pathLst>
                  <a:path extrusionOk="0" h="2520" w="2520">
                    <a:moveTo>
                      <a:pt x="1" y="0"/>
                    </a:moveTo>
                    <a:lnTo>
                      <a:pt x="1" y="2519"/>
                    </a:lnTo>
                    <a:lnTo>
                      <a:pt x="2520" y="2519"/>
                    </a:lnTo>
                    <a:lnTo>
                      <a:pt x="25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59"/>
              <p:cNvSpPr/>
              <p:nvPr/>
            </p:nvSpPr>
            <p:spPr>
              <a:xfrm>
                <a:off x="6042725" y="2680475"/>
                <a:ext cx="70550" cy="70575"/>
              </a:xfrm>
              <a:custGeom>
                <a:rect b="b" l="l" r="r" t="t"/>
                <a:pathLst>
                  <a:path extrusionOk="0" h="2823" w="2822">
                    <a:moveTo>
                      <a:pt x="2519" y="304"/>
                    </a:moveTo>
                    <a:lnTo>
                      <a:pt x="2519" y="2522"/>
                    </a:lnTo>
                    <a:lnTo>
                      <a:pt x="301" y="2522"/>
                    </a:lnTo>
                    <a:lnTo>
                      <a:pt x="301" y="304"/>
                    </a:lnTo>
                    <a:close/>
                    <a:moveTo>
                      <a:pt x="0" y="1"/>
                    </a:moveTo>
                    <a:lnTo>
                      <a:pt x="0" y="2822"/>
                    </a:lnTo>
                    <a:lnTo>
                      <a:pt x="2821" y="2822"/>
                    </a:lnTo>
                    <a:lnTo>
                      <a:pt x="282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59"/>
              <p:cNvSpPr/>
              <p:nvPr/>
            </p:nvSpPr>
            <p:spPr>
              <a:xfrm>
                <a:off x="6125200" y="2680475"/>
                <a:ext cx="70550" cy="70575"/>
              </a:xfrm>
              <a:custGeom>
                <a:rect b="b" l="l" r="r" t="t"/>
                <a:pathLst>
                  <a:path extrusionOk="0" h="2823" w="2822">
                    <a:moveTo>
                      <a:pt x="2520" y="304"/>
                    </a:moveTo>
                    <a:lnTo>
                      <a:pt x="2520" y="2522"/>
                    </a:lnTo>
                    <a:lnTo>
                      <a:pt x="302" y="2522"/>
                    </a:lnTo>
                    <a:lnTo>
                      <a:pt x="302" y="304"/>
                    </a:lnTo>
                    <a:close/>
                    <a:moveTo>
                      <a:pt x="1" y="1"/>
                    </a:moveTo>
                    <a:lnTo>
                      <a:pt x="1" y="2822"/>
                    </a:lnTo>
                    <a:lnTo>
                      <a:pt x="2822" y="2822"/>
                    </a:lnTo>
                    <a:lnTo>
                      <a:pt x="28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59"/>
              <p:cNvSpPr/>
              <p:nvPr/>
            </p:nvSpPr>
            <p:spPr>
              <a:xfrm>
                <a:off x="6211475" y="2684300"/>
                <a:ext cx="63000" cy="63000"/>
              </a:xfrm>
              <a:custGeom>
                <a:rect b="b" l="l" r="r" t="t"/>
                <a:pathLst>
                  <a:path extrusionOk="0" h="2520" w="2520">
                    <a:moveTo>
                      <a:pt x="0" y="0"/>
                    </a:moveTo>
                    <a:lnTo>
                      <a:pt x="0" y="2519"/>
                    </a:lnTo>
                    <a:lnTo>
                      <a:pt x="2519" y="2519"/>
                    </a:lnTo>
                    <a:lnTo>
                      <a:pt x="25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6" name="Google Shape;556;p59"/>
            <p:cNvGrpSpPr/>
            <p:nvPr/>
          </p:nvGrpSpPr>
          <p:grpSpPr>
            <a:xfrm>
              <a:off x="114900" y="4385213"/>
              <a:ext cx="1622200" cy="437575"/>
              <a:chOff x="3109550" y="3432375"/>
              <a:chExt cx="1622200" cy="437575"/>
            </a:xfrm>
          </p:grpSpPr>
          <p:sp>
            <p:nvSpPr>
              <p:cNvPr id="557" name="Google Shape;557;p59"/>
              <p:cNvSpPr/>
              <p:nvPr/>
            </p:nvSpPr>
            <p:spPr>
              <a:xfrm>
                <a:off x="3980725" y="3817350"/>
                <a:ext cx="727150" cy="7350"/>
              </a:xfrm>
              <a:custGeom>
                <a:rect b="b" l="l" r="r" t="t"/>
                <a:pathLst>
                  <a:path extrusionOk="0" h="294" w="29086">
                    <a:moveTo>
                      <a:pt x="148" y="0"/>
                    </a:moveTo>
                    <a:cubicBezTo>
                      <a:pt x="66" y="0"/>
                      <a:pt x="1" y="65"/>
                      <a:pt x="1" y="147"/>
                    </a:cubicBezTo>
                    <a:cubicBezTo>
                      <a:pt x="1" y="228"/>
                      <a:pt x="66" y="294"/>
                      <a:pt x="148" y="294"/>
                    </a:cubicBezTo>
                    <a:lnTo>
                      <a:pt x="28937" y="294"/>
                    </a:lnTo>
                    <a:cubicBezTo>
                      <a:pt x="29019" y="294"/>
                      <a:pt x="29084" y="226"/>
                      <a:pt x="29085" y="147"/>
                    </a:cubicBezTo>
                    <a:cubicBezTo>
                      <a:pt x="29085" y="65"/>
                      <a:pt x="29020" y="0"/>
                      <a:pt x="289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59"/>
              <p:cNvSpPr/>
              <p:nvPr/>
            </p:nvSpPr>
            <p:spPr>
              <a:xfrm>
                <a:off x="4676550" y="3793425"/>
                <a:ext cx="55200" cy="55200"/>
              </a:xfrm>
              <a:custGeom>
                <a:rect b="b" l="l" r="r" t="t"/>
                <a:pathLst>
                  <a:path extrusionOk="0" h="2208" w="2208">
                    <a:moveTo>
                      <a:pt x="1104" y="0"/>
                    </a:moveTo>
                    <a:cubicBezTo>
                      <a:pt x="495" y="0"/>
                      <a:pt x="1" y="494"/>
                      <a:pt x="1" y="1104"/>
                    </a:cubicBezTo>
                    <a:cubicBezTo>
                      <a:pt x="1" y="1713"/>
                      <a:pt x="495" y="2207"/>
                      <a:pt x="1104" y="2207"/>
                    </a:cubicBezTo>
                    <a:cubicBezTo>
                      <a:pt x="1713" y="2207"/>
                      <a:pt x="2208" y="1713"/>
                      <a:pt x="2208" y="1104"/>
                    </a:cubicBezTo>
                    <a:cubicBezTo>
                      <a:pt x="2208" y="494"/>
                      <a:pt x="1713" y="0"/>
                      <a:pt x="11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59"/>
              <p:cNvSpPr/>
              <p:nvPr/>
            </p:nvSpPr>
            <p:spPr>
              <a:xfrm>
                <a:off x="3154450" y="3477650"/>
                <a:ext cx="347750" cy="347050"/>
              </a:xfrm>
              <a:custGeom>
                <a:rect b="b" l="l" r="r" t="t"/>
                <a:pathLst>
                  <a:path extrusionOk="0" h="13882" w="13910">
                    <a:moveTo>
                      <a:pt x="162" y="0"/>
                    </a:moveTo>
                    <a:cubicBezTo>
                      <a:pt x="124" y="0"/>
                      <a:pt x="86" y="15"/>
                      <a:pt x="57" y="43"/>
                    </a:cubicBezTo>
                    <a:cubicBezTo>
                      <a:pt x="1" y="100"/>
                      <a:pt x="1" y="193"/>
                      <a:pt x="57" y="251"/>
                    </a:cubicBezTo>
                    <a:lnTo>
                      <a:pt x="13645" y="13838"/>
                    </a:lnTo>
                    <a:cubicBezTo>
                      <a:pt x="13674" y="13866"/>
                      <a:pt x="13711" y="13882"/>
                      <a:pt x="13749" y="13882"/>
                    </a:cubicBezTo>
                    <a:cubicBezTo>
                      <a:pt x="13787" y="13882"/>
                      <a:pt x="13824" y="13866"/>
                      <a:pt x="13852" y="13838"/>
                    </a:cubicBezTo>
                    <a:cubicBezTo>
                      <a:pt x="13910" y="13781"/>
                      <a:pt x="13910" y="13687"/>
                      <a:pt x="13852" y="13629"/>
                    </a:cubicBezTo>
                    <a:lnTo>
                      <a:pt x="266" y="43"/>
                    </a:lnTo>
                    <a:cubicBezTo>
                      <a:pt x="237" y="15"/>
                      <a:pt x="199" y="0"/>
                      <a:pt x="1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59"/>
              <p:cNvSpPr/>
              <p:nvPr/>
            </p:nvSpPr>
            <p:spPr>
              <a:xfrm>
                <a:off x="3483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3" y="1176"/>
                      <a:pt x="588" y="1176"/>
                    </a:cubicBezTo>
                    <a:lnTo>
                      <a:pt x="1957" y="1176"/>
                    </a:lnTo>
                    <a:cubicBezTo>
                      <a:pt x="2283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59"/>
              <p:cNvSpPr/>
              <p:nvPr/>
            </p:nvSpPr>
            <p:spPr>
              <a:xfrm>
                <a:off x="3605675" y="3806300"/>
                <a:ext cx="271225" cy="29400"/>
              </a:xfrm>
              <a:custGeom>
                <a:rect b="b" l="l" r="r" t="t"/>
                <a:pathLst>
                  <a:path extrusionOk="0" h="1176" w="10849">
                    <a:moveTo>
                      <a:pt x="587" y="1"/>
                    </a:moveTo>
                    <a:cubicBezTo>
                      <a:pt x="264" y="1"/>
                      <a:pt x="0" y="264"/>
                      <a:pt x="0" y="589"/>
                    </a:cubicBezTo>
                    <a:cubicBezTo>
                      <a:pt x="0" y="913"/>
                      <a:pt x="264" y="1176"/>
                      <a:pt x="587" y="1176"/>
                    </a:cubicBezTo>
                    <a:lnTo>
                      <a:pt x="3666" y="1176"/>
                    </a:lnTo>
                    <a:cubicBezTo>
                      <a:pt x="3990" y="1176"/>
                      <a:pt x="4253" y="913"/>
                      <a:pt x="4253" y="589"/>
                    </a:cubicBezTo>
                    <a:cubicBezTo>
                      <a:pt x="4253" y="264"/>
                      <a:pt x="3990" y="1"/>
                      <a:pt x="3666" y="1"/>
                    </a:cubicBezTo>
                    <a:close/>
                    <a:moveTo>
                      <a:pt x="7184" y="1"/>
                    </a:moveTo>
                    <a:cubicBezTo>
                      <a:pt x="6859" y="1"/>
                      <a:pt x="6597" y="264"/>
                      <a:pt x="6597" y="589"/>
                    </a:cubicBezTo>
                    <a:cubicBezTo>
                      <a:pt x="6597" y="913"/>
                      <a:pt x="6859" y="1176"/>
                      <a:pt x="7184" y="1176"/>
                    </a:cubicBezTo>
                    <a:lnTo>
                      <a:pt x="10262" y="1176"/>
                    </a:lnTo>
                    <a:cubicBezTo>
                      <a:pt x="10587" y="1176"/>
                      <a:pt x="10849" y="913"/>
                      <a:pt x="10849" y="589"/>
                    </a:cubicBezTo>
                    <a:cubicBezTo>
                      <a:pt x="10849" y="264"/>
                      <a:pt x="10587" y="1"/>
                      <a:pt x="102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59"/>
              <p:cNvSpPr/>
              <p:nvPr/>
            </p:nvSpPr>
            <p:spPr>
              <a:xfrm>
                <a:off x="3935475" y="3806300"/>
                <a:ext cx="63625" cy="29400"/>
              </a:xfrm>
              <a:custGeom>
                <a:rect b="b" l="l" r="r" t="t"/>
                <a:pathLst>
                  <a:path extrusionOk="0" h="1176" w="2545">
                    <a:moveTo>
                      <a:pt x="588" y="1"/>
                    </a:moveTo>
                    <a:cubicBezTo>
                      <a:pt x="263" y="1"/>
                      <a:pt x="1" y="264"/>
                      <a:pt x="1" y="589"/>
                    </a:cubicBezTo>
                    <a:cubicBezTo>
                      <a:pt x="1" y="913"/>
                      <a:pt x="264" y="1176"/>
                      <a:pt x="588" y="1176"/>
                    </a:cubicBezTo>
                    <a:lnTo>
                      <a:pt x="1958" y="1176"/>
                    </a:lnTo>
                    <a:cubicBezTo>
                      <a:pt x="2282" y="1176"/>
                      <a:pt x="2545" y="913"/>
                      <a:pt x="2545" y="589"/>
                    </a:cubicBezTo>
                    <a:cubicBezTo>
                      <a:pt x="2545" y="264"/>
                      <a:pt x="2283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59"/>
              <p:cNvSpPr/>
              <p:nvPr/>
            </p:nvSpPr>
            <p:spPr>
              <a:xfrm>
                <a:off x="3109550" y="34323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8" y="1"/>
                    </a:moveTo>
                    <a:cubicBezTo>
                      <a:pt x="877" y="1"/>
                      <a:pt x="1" y="877"/>
                      <a:pt x="1" y="1958"/>
                    </a:cubicBezTo>
                    <a:cubicBezTo>
                      <a:pt x="1" y="3038"/>
                      <a:pt x="877" y="3915"/>
                      <a:pt x="1958" y="3915"/>
                    </a:cubicBezTo>
                    <a:cubicBezTo>
                      <a:pt x="3039" y="3915"/>
                      <a:pt x="3914" y="3038"/>
                      <a:pt x="3914" y="1958"/>
                    </a:cubicBezTo>
                    <a:cubicBezTo>
                      <a:pt x="3914" y="877"/>
                      <a:pt x="3039" y="1"/>
                      <a:pt x="19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59"/>
              <p:cNvSpPr/>
              <p:nvPr/>
            </p:nvSpPr>
            <p:spPr>
              <a:xfrm>
                <a:off x="4183025" y="3772075"/>
                <a:ext cx="97875" cy="97875"/>
              </a:xfrm>
              <a:custGeom>
                <a:rect b="b" l="l" r="r" t="t"/>
                <a:pathLst>
                  <a:path extrusionOk="0" h="3915" w="3915">
                    <a:moveTo>
                      <a:pt x="1957" y="1"/>
                    </a:moveTo>
                    <a:cubicBezTo>
                      <a:pt x="877" y="1"/>
                      <a:pt x="1" y="876"/>
                      <a:pt x="1" y="1958"/>
                    </a:cubicBezTo>
                    <a:cubicBezTo>
                      <a:pt x="1" y="3038"/>
                      <a:pt x="877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59"/>
              <p:cNvSpPr/>
              <p:nvPr/>
            </p:nvSpPr>
            <p:spPr>
              <a:xfrm>
                <a:off x="4392475" y="3772075"/>
                <a:ext cx="97850" cy="97875"/>
              </a:xfrm>
              <a:custGeom>
                <a:rect b="b" l="l" r="r" t="t"/>
                <a:pathLst>
                  <a:path extrusionOk="0" h="3915" w="3914">
                    <a:moveTo>
                      <a:pt x="1957" y="1"/>
                    </a:moveTo>
                    <a:cubicBezTo>
                      <a:pt x="876" y="1"/>
                      <a:pt x="0" y="876"/>
                      <a:pt x="0" y="1958"/>
                    </a:cubicBezTo>
                    <a:cubicBezTo>
                      <a:pt x="0" y="3038"/>
                      <a:pt x="876" y="3915"/>
                      <a:pt x="1957" y="3915"/>
                    </a:cubicBezTo>
                    <a:cubicBezTo>
                      <a:pt x="3038" y="3915"/>
                      <a:pt x="3914" y="3038"/>
                      <a:pt x="3914" y="1958"/>
                    </a:cubicBezTo>
                    <a:cubicBezTo>
                      <a:pt x="3914" y="876"/>
                      <a:pt x="3038" y="1"/>
                      <a:pt x="19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63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63"/>
          <p:cNvSpPr txBox="1"/>
          <p:nvPr>
            <p:ph type="title"/>
          </p:nvPr>
        </p:nvSpPr>
        <p:spPr>
          <a:xfrm>
            <a:off x="3922675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69" name="Google Shape;569;p63"/>
          <p:cNvGrpSpPr/>
          <p:nvPr/>
        </p:nvGrpSpPr>
        <p:grpSpPr>
          <a:xfrm>
            <a:off x="-937275" y="251463"/>
            <a:ext cx="9368050" cy="4640573"/>
            <a:chOff x="-937275" y="251463"/>
            <a:chExt cx="9368050" cy="4640573"/>
          </a:xfrm>
        </p:grpSpPr>
        <p:pic>
          <p:nvPicPr>
            <p:cNvPr id="570" name="Google Shape;570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37275" y="251463"/>
              <a:ext cx="4640573" cy="464057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1" name="Google Shape;571;p63"/>
            <p:cNvGrpSpPr/>
            <p:nvPr/>
          </p:nvGrpSpPr>
          <p:grpSpPr>
            <a:xfrm>
              <a:off x="7398975" y="464425"/>
              <a:ext cx="1031800" cy="150150"/>
              <a:chOff x="3128400" y="1326350"/>
              <a:chExt cx="1031800" cy="150150"/>
            </a:xfrm>
          </p:grpSpPr>
          <p:sp>
            <p:nvSpPr>
              <p:cNvPr id="572" name="Google Shape;572;p63"/>
              <p:cNvSpPr/>
              <p:nvPr/>
            </p:nvSpPr>
            <p:spPr>
              <a:xfrm>
                <a:off x="3128400" y="1326350"/>
                <a:ext cx="110525" cy="150150"/>
              </a:xfrm>
              <a:custGeom>
                <a:rect b="b" l="l" r="r" t="t"/>
                <a:pathLst>
                  <a:path extrusionOk="0" h="6006" w="4421">
                    <a:moveTo>
                      <a:pt x="0" y="0"/>
                    </a:moveTo>
                    <a:lnTo>
                      <a:pt x="1793" y="3004"/>
                    </a:lnTo>
                    <a:lnTo>
                      <a:pt x="0" y="6006"/>
                    </a:lnTo>
                    <a:lnTo>
                      <a:pt x="2630" y="6006"/>
                    </a:lnTo>
                    <a:lnTo>
                      <a:pt x="4420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63"/>
              <p:cNvSpPr/>
              <p:nvPr/>
            </p:nvSpPr>
            <p:spPr>
              <a:xfrm>
                <a:off x="3312650" y="1326350"/>
                <a:ext cx="110550" cy="150150"/>
              </a:xfrm>
              <a:custGeom>
                <a:rect b="b" l="l" r="r" t="t"/>
                <a:pathLst>
                  <a:path extrusionOk="0" h="6006" w="4422">
                    <a:moveTo>
                      <a:pt x="1" y="0"/>
                    </a:moveTo>
                    <a:lnTo>
                      <a:pt x="1793" y="3004"/>
                    </a:lnTo>
                    <a:lnTo>
                      <a:pt x="1" y="6006"/>
                    </a:lnTo>
                    <a:lnTo>
                      <a:pt x="2630" y="6006"/>
                    </a:lnTo>
                    <a:lnTo>
                      <a:pt x="4421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63"/>
              <p:cNvSpPr/>
              <p:nvPr/>
            </p:nvSpPr>
            <p:spPr>
              <a:xfrm>
                <a:off x="3496900" y="1326350"/>
                <a:ext cx="110525" cy="150150"/>
              </a:xfrm>
              <a:custGeom>
                <a:rect b="b" l="l" r="r" t="t"/>
                <a:pathLst>
                  <a:path extrusionOk="0" h="6006" w="4421">
                    <a:moveTo>
                      <a:pt x="1" y="0"/>
                    </a:moveTo>
                    <a:lnTo>
                      <a:pt x="1791" y="3004"/>
                    </a:lnTo>
                    <a:lnTo>
                      <a:pt x="1" y="6006"/>
                    </a:lnTo>
                    <a:lnTo>
                      <a:pt x="2630" y="6006"/>
                    </a:lnTo>
                    <a:lnTo>
                      <a:pt x="4421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63"/>
              <p:cNvSpPr/>
              <p:nvPr/>
            </p:nvSpPr>
            <p:spPr>
              <a:xfrm>
                <a:off x="3681150" y="1326350"/>
                <a:ext cx="110525" cy="150150"/>
              </a:xfrm>
              <a:custGeom>
                <a:rect b="b" l="l" r="r" t="t"/>
                <a:pathLst>
                  <a:path extrusionOk="0" h="6006" w="4421">
                    <a:moveTo>
                      <a:pt x="0" y="0"/>
                    </a:moveTo>
                    <a:lnTo>
                      <a:pt x="1791" y="3004"/>
                    </a:lnTo>
                    <a:lnTo>
                      <a:pt x="0" y="6006"/>
                    </a:lnTo>
                    <a:lnTo>
                      <a:pt x="2629" y="6006"/>
                    </a:lnTo>
                    <a:lnTo>
                      <a:pt x="4421" y="3004"/>
                    </a:lnTo>
                    <a:lnTo>
                      <a:pt x="26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63"/>
              <p:cNvSpPr/>
              <p:nvPr/>
            </p:nvSpPr>
            <p:spPr>
              <a:xfrm>
                <a:off x="3865375" y="1326350"/>
                <a:ext cx="110575" cy="150150"/>
              </a:xfrm>
              <a:custGeom>
                <a:rect b="b" l="l" r="r" t="t"/>
                <a:pathLst>
                  <a:path extrusionOk="0" h="6006" w="4423">
                    <a:moveTo>
                      <a:pt x="0" y="0"/>
                    </a:moveTo>
                    <a:lnTo>
                      <a:pt x="1793" y="3004"/>
                    </a:lnTo>
                    <a:lnTo>
                      <a:pt x="0" y="6006"/>
                    </a:lnTo>
                    <a:lnTo>
                      <a:pt x="2630" y="6006"/>
                    </a:lnTo>
                    <a:lnTo>
                      <a:pt x="4423" y="3004"/>
                    </a:lnTo>
                    <a:lnTo>
                      <a:pt x="26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63"/>
              <p:cNvSpPr/>
              <p:nvPr/>
            </p:nvSpPr>
            <p:spPr>
              <a:xfrm>
                <a:off x="4049625" y="1326350"/>
                <a:ext cx="110575" cy="150150"/>
              </a:xfrm>
              <a:custGeom>
                <a:rect b="b" l="l" r="r" t="t"/>
                <a:pathLst>
                  <a:path extrusionOk="0" h="6006" w="4423">
                    <a:moveTo>
                      <a:pt x="1" y="0"/>
                    </a:moveTo>
                    <a:lnTo>
                      <a:pt x="1792" y="3004"/>
                    </a:lnTo>
                    <a:lnTo>
                      <a:pt x="1" y="6006"/>
                    </a:lnTo>
                    <a:lnTo>
                      <a:pt x="2631" y="6006"/>
                    </a:lnTo>
                    <a:lnTo>
                      <a:pt x="4422" y="3004"/>
                    </a:lnTo>
                    <a:lnTo>
                      <a:pt x="263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4"/>
          <p:cNvPicPr preferRelativeResize="0"/>
          <p:nvPr/>
        </p:nvPicPr>
        <p:blipFill rotWithShape="1">
          <a:blip r:embed="rId2">
            <a:alphaModFix amt="49000"/>
          </a:blip>
          <a:srcRect b="0" l="0" r="0" t="0"/>
          <a:stretch/>
        </p:blipFill>
        <p:spPr>
          <a:xfrm rot="10800000">
            <a:off x="-1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64"/>
          <p:cNvSpPr txBox="1"/>
          <p:nvPr>
            <p:ph type="title"/>
          </p:nvPr>
        </p:nvSpPr>
        <p:spPr>
          <a:xfrm>
            <a:off x="3557875" y="134505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1" name="Google Shape;581;p64"/>
          <p:cNvSpPr txBox="1"/>
          <p:nvPr>
            <p:ph idx="1" type="subTitle"/>
          </p:nvPr>
        </p:nvSpPr>
        <p:spPr>
          <a:xfrm>
            <a:off x="3557875" y="3309450"/>
            <a:ext cx="4872900" cy="48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82" name="Google Shape;582;p64"/>
          <p:cNvGrpSpPr/>
          <p:nvPr/>
        </p:nvGrpSpPr>
        <p:grpSpPr>
          <a:xfrm>
            <a:off x="-22851" y="-22849"/>
            <a:ext cx="3580726" cy="5173975"/>
            <a:chOff x="-22851" y="-22849"/>
            <a:chExt cx="3580726" cy="5173975"/>
          </a:xfrm>
        </p:grpSpPr>
        <p:pic>
          <p:nvPicPr>
            <p:cNvPr id="583" name="Google Shape;583;p64"/>
            <p:cNvPicPr preferRelativeResize="0"/>
            <p:nvPr/>
          </p:nvPicPr>
          <p:blipFill rotWithShape="1">
            <a:blip r:embed="rId3">
              <a:alphaModFix/>
            </a:blip>
            <a:srcRect b="0" l="17852" r="1546" t="23605"/>
            <a:stretch/>
          </p:blipFill>
          <p:spPr>
            <a:xfrm rot="-5400000">
              <a:off x="-869000" y="823300"/>
              <a:ext cx="5173975" cy="34816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84" name="Google Shape;584;p64"/>
            <p:cNvGrpSpPr/>
            <p:nvPr/>
          </p:nvGrpSpPr>
          <p:grpSpPr>
            <a:xfrm>
              <a:off x="1774800" y="450600"/>
              <a:ext cx="1783075" cy="177800"/>
              <a:chOff x="4561725" y="1146400"/>
              <a:chExt cx="1783075" cy="177800"/>
            </a:xfrm>
          </p:grpSpPr>
          <p:sp>
            <p:nvSpPr>
              <p:cNvPr id="585" name="Google Shape;585;p64"/>
              <p:cNvSpPr/>
              <p:nvPr/>
            </p:nvSpPr>
            <p:spPr>
              <a:xfrm>
                <a:off x="4561725" y="1146400"/>
                <a:ext cx="284925" cy="177800"/>
              </a:xfrm>
              <a:custGeom>
                <a:rect b="b" l="l" r="r" t="t"/>
                <a:pathLst>
                  <a:path extrusionOk="0" h="7112" w="11397">
                    <a:moveTo>
                      <a:pt x="1" y="0"/>
                    </a:moveTo>
                    <a:lnTo>
                      <a:pt x="6853" y="7111"/>
                    </a:lnTo>
                    <a:lnTo>
                      <a:pt x="11396" y="7111"/>
                    </a:lnTo>
                    <a:lnTo>
                      <a:pt x="45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64"/>
              <p:cNvSpPr/>
              <p:nvPr/>
            </p:nvSpPr>
            <p:spPr>
              <a:xfrm>
                <a:off x="4775700" y="1146400"/>
                <a:ext cx="284975" cy="177800"/>
              </a:xfrm>
              <a:custGeom>
                <a:rect b="b" l="l" r="r" t="t"/>
                <a:pathLst>
                  <a:path extrusionOk="0" h="7112" w="11399">
                    <a:moveTo>
                      <a:pt x="1" y="0"/>
                    </a:moveTo>
                    <a:lnTo>
                      <a:pt x="6855" y="7111"/>
                    </a:lnTo>
                    <a:lnTo>
                      <a:pt x="11398" y="7111"/>
                    </a:lnTo>
                    <a:lnTo>
                      <a:pt x="45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64"/>
              <p:cNvSpPr/>
              <p:nvPr/>
            </p:nvSpPr>
            <p:spPr>
              <a:xfrm>
                <a:off x="4989750" y="1146400"/>
                <a:ext cx="284950" cy="177800"/>
              </a:xfrm>
              <a:custGeom>
                <a:rect b="b" l="l" r="r" t="t"/>
                <a:pathLst>
                  <a:path extrusionOk="0" h="7112" w="11398">
                    <a:moveTo>
                      <a:pt x="0" y="0"/>
                    </a:moveTo>
                    <a:lnTo>
                      <a:pt x="6855" y="7111"/>
                    </a:lnTo>
                    <a:lnTo>
                      <a:pt x="11398" y="7111"/>
                    </a:lnTo>
                    <a:lnTo>
                      <a:pt x="45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64"/>
              <p:cNvSpPr/>
              <p:nvPr/>
            </p:nvSpPr>
            <p:spPr>
              <a:xfrm>
                <a:off x="5203775" y="1146400"/>
                <a:ext cx="284925" cy="177800"/>
              </a:xfrm>
              <a:custGeom>
                <a:rect b="b" l="l" r="r" t="t"/>
                <a:pathLst>
                  <a:path extrusionOk="0" h="7112" w="11397">
                    <a:moveTo>
                      <a:pt x="0" y="0"/>
                    </a:moveTo>
                    <a:lnTo>
                      <a:pt x="6855" y="7111"/>
                    </a:lnTo>
                    <a:lnTo>
                      <a:pt x="11397" y="7111"/>
                    </a:lnTo>
                    <a:lnTo>
                      <a:pt x="45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64"/>
              <p:cNvSpPr/>
              <p:nvPr/>
            </p:nvSpPr>
            <p:spPr>
              <a:xfrm>
                <a:off x="5417775" y="1146400"/>
                <a:ext cx="284975" cy="177800"/>
              </a:xfrm>
              <a:custGeom>
                <a:rect b="b" l="l" r="r" t="t"/>
                <a:pathLst>
                  <a:path extrusionOk="0" h="7112" w="11399">
                    <a:moveTo>
                      <a:pt x="1" y="0"/>
                    </a:moveTo>
                    <a:lnTo>
                      <a:pt x="6856" y="7111"/>
                    </a:lnTo>
                    <a:lnTo>
                      <a:pt x="11398" y="7111"/>
                    </a:lnTo>
                    <a:lnTo>
                      <a:pt x="45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64"/>
              <p:cNvSpPr/>
              <p:nvPr/>
            </p:nvSpPr>
            <p:spPr>
              <a:xfrm>
                <a:off x="5631800" y="1146400"/>
                <a:ext cx="284975" cy="177800"/>
              </a:xfrm>
              <a:custGeom>
                <a:rect b="b" l="l" r="r" t="t"/>
                <a:pathLst>
                  <a:path extrusionOk="0" h="7112" w="11399">
                    <a:moveTo>
                      <a:pt x="1" y="0"/>
                    </a:moveTo>
                    <a:lnTo>
                      <a:pt x="6855" y="7111"/>
                    </a:lnTo>
                    <a:lnTo>
                      <a:pt x="11398" y="7111"/>
                    </a:lnTo>
                    <a:lnTo>
                      <a:pt x="454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64"/>
              <p:cNvSpPr/>
              <p:nvPr/>
            </p:nvSpPr>
            <p:spPr>
              <a:xfrm>
                <a:off x="5845850" y="1146400"/>
                <a:ext cx="284950" cy="177800"/>
              </a:xfrm>
              <a:custGeom>
                <a:rect b="b" l="l" r="r" t="t"/>
                <a:pathLst>
                  <a:path extrusionOk="0" h="7112" w="11398">
                    <a:moveTo>
                      <a:pt x="0" y="0"/>
                    </a:moveTo>
                    <a:lnTo>
                      <a:pt x="6854" y="7111"/>
                    </a:lnTo>
                    <a:lnTo>
                      <a:pt x="11398" y="7111"/>
                    </a:lnTo>
                    <a:lnTo>
                      <a:pt x="45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64"/>
              <p:cNvSpPr/>
              <p:nvPr/>
            </p:nvSpPr>
            <p:spPr>
              <a:xfrm>
                <a:off x="6059875" y="1146400"/>
                <a:ext cx="284925" cy="177800"/>
              </a:xfrm>
              <a:custGeom>
                <a:rect b="b" l="l" r="r" t="t"/>
                <a:pathLst>
                  <a:path extrusionOk="0" h="7112" w="11397">
                    <a:moveTo>
                      <a:pt x="0" y="0"/>
                    </a:moveTo>
                    <a:lnTo>
                      <a:pt x="6854" y="7111"/>
                    </a:lnTo>
                    <a:lnTo>
                      <a:pt x="11397" y="7111"/>
                    </a:lnTo>
                    <a:lnTo>
                      <a:pt x="45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65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67"/>
          <p:cNvPicPr preferRelativeResize="0"/>
          <p:nvPr/>
        </p:nvPicPr>
        <p:blipFill rotWithShape="1">
          <a:blip r:embed="rId2">
            <a:alphaModFix/>
          </a:blip>
          <a:srcRect b="0" l="17634" r="0" t="29552"/>
          <a:stretch/>
        </p:blipFill>
        <p:spPr>
          <a:xfrm>
            <a:off x="0" y="0"/>
            <a:ext cx="5410202" cy="2270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9" name="Google Shape;599;p67"/>
          <p:cNvGrpSpPr/>
          <p:nvPr/>
        </p:nvGrpSpPr>
        <p:grpSpPr>
          <a:xfrm>
            <a:off x="7667325" y="4361975"/>
            <a:ext cx="1262525" cy="484050"/>
            <a:chOff x="1350325" y="970000"/>
            <a:chExt cx="1262525" cy="484050"/>
          </a:xfrm>
        </p:grpSpPr>
        <p:sp>
          <p:nvSpPr>
            <p:cNvPr id="600" name="Google Shape;600;p67"/>
            <p:cNvSpPr/>
            <p:nvPr/>
          </p:nvSpPr>
          <p:spPr>
            <a:xfrm>
              <a:off x="1804000" y="1401425"/>
              <a:ext cx="808850" cy="52625"/>
            </a:xfrm>
            <a:custGeom>
              <a:rect b="b" l="l" r="r" t="t"/>
              <a:pathLst>
                <a:path extrusionOk="0" h="2105" w="32354">
                  <a:moveTo>
                    <a:pt x="1053" y="1"/>
                  </a:moveTo>
                  <a:cubicBezTo>
                    <a:pt x="473" y="1"/>
                    <a:pt x="1" y="471"/>
                    <a:pt x="1" y="1052"/>
                  </a:cubicBezTo>
                  <a:cubicBezTo>
                    <a:pt x="1" y="1633"/>
                    <a:pt x="473" y="2105"/>
                    <a:pt x="1053" y="2105"/>
                  </a:cubicBezTo>
                  <a:cubicBezTo>
                    <a:pt x="1637" y="2105"/>
                    <a:pt x="2109" y="1633"/>
                    <a:pt x="2109" y="1052"/>
                  </a:cubicBezTo>
                  <a:cubicBezTo>
                    <a:pt x="2109" y="471"/>
                    <a:pt x="1637" y="1"/>
                    <a:pt x="1053" y="1"/>
                  </a:cubicBezTo>
                  <a:close/>
                  <a:moveTo>
                    <a:pt x="7105" y="1"/>
                  </a:moveTo>
                  <a:cubicBezTo>
                    <a:pt x="6524" y="1"/>
                    <a:pt x="6052" y="471"/>
                    <a:pt x="6054" y="1052"/>
                  </a:cubicBezTo>
                  <a:cubicBezTo>
                    <a:pt x="6054" y="1633"/>
                    <a:pt x="6526" y="2105"/>
                    <a:pt x="7105" y="2105"/>
                  </a:cubicBezTo>
                  <a:cubicBezTo>
                    <a:pt x="7686" y="2105"/>
                    <a:pt x="8158" y="1633"/>
                    <a:pt x="8158" y="1052"/>
                  </a:cubicBezTo>
                  <a:cubicBezTo>
                    <a:pt x="8158" y="471"/>
                    <a:pt x="7686" y="1"/>
                    <a:pt x="7105" y="1"/>
                  </a:cubicBezTo>
                  <a:close/>
                  <a:moveTo>
                    <a:pt x="13153" y="1"/>
                  </a:moveTo>
                  <a:cubicBezTo>
                    <a:pt x="12572" y="1"/>
                    <a:pt x="12101" y="471"/>
                    <a:pt x="12101" y="1052"/>
                  </a:cubicBezTo>
                  <a:cubicBezTo>
                    <a:pt x="12101" y="1633"/>
                    <a:pt x="12572" y="2105"/>
                    <a:pt x="13153" y="2105"/>
                  </a:cubicBezTo>
                  <a:cubicBezTo>
                    <a:pt x="13734" y="2105"/>
                    <a:pt x="14204" y="1633"/>
                    <a:pt x="14204" y="1052"/>
                  </a:cubicBezTo>
                  <a:cubicBezTo>
                    <a:pt x="14204" y="471"/>
                    <a:pt x="13732" y="1"/>
                    <a:pt x="13153" y="1"/>
                  </a:cubicBezTo>
                  <a:close/>
                  <a:moveTo>
                    <a:pt x="19204" y="1"/>
                  </a:moveTo>
                  <a:cubicBezTo>
                    <a:pt x="18624" y="1"/>
                    <a:pt x="18153" y="471"/>
                    <a:pt x="18153" y="1052"/>
                  </a:cubicBezTo>
                  <a:cubicBezTo>
                    <a:pt x="18153" y="1633"/>
                    <a:pt x="18624" y="2105"/>
                    <a:pt x="19204" y="2105"/>
                  </a:cubicBezTo>
                  <a:cubicBezTo>
                    <a:pt x="19785" y="2105"/>
                    <a:pt x="20256" y="1633"/>
                    <a:pt x="20256" y="1052"/>
                  </a:cubicBezTo>
                  <a:cubicBezTo>
                    <a:pt x="20256" y="471"/>
                    <a:pt x="19785" y="1"/>
                    <a:pt x="19204" y="1"/>
                  </a:cubicBezTo>
                  <a:close/>
                  <a:moveTo>
                    <a:pt x="25253" y="1"/>
                  </a:moveTo>
                  <a:cubicBezTo>
                    <a:pt x="24672" y="1"/>
                    <a:pt x="24201" y="471"/>
                    <a:pt x="24201" y="1052"/>
                  </a:cubicBezTo>
                  <a:cubicBezTo>
                    <a:pt x="24201" y="1633"/>
                    <a:pt x="24672" y="2105"/>
                    <a:pt x="25253" y="2105"/>
                  </a:cubicBezTo>
                  <a:cubicBezTo>
                    <a:pt x="25833" y="2105"/>
                    <a:pt x="26304" y="1633"/>
                    <a:pt x="26304" y="1052"/>
                  </a:cubicBezTo>
                  <a:cubicBezTo>
                    <a:pt x="26304" y="471"/>
                    <a:pt x="25833" y="1"/>
                    <a:pt x="25253" y="1"/>
                  </a:cubicBezTo>
                  <a:close/>
                  <a:moveTo>
                    <a:pt x="31302" y="1"/>
                  </a:moveTo>
                  <a:cubicBezTo>
                    <a:pt x="30723" y="1"/>
                    <a:pt x="30248" y="471"/>
                    <a:pt x="30248" y="1052"/>
                  </a:cubicBezTo>
                  <a:cubicBezTo>
                    <a:pt x="30248" y="1633"/>
                    <a:pt x="30723" y="2105"/>
                    <a:pt x="31302" y="2105"/>
                  </a:cubicBezTo>
                  <a:cubicBezTo>
                    <a:pt x="31881" y="2105"/>
                    <a:pt x="32353" y="1633"/>
                    <a:pt x="32353" y="1052"/>
                  </a:cubicBezTo>
                  <a:cubicBezTo>
                    <a:pt x="32353" y="471"/>
                    <a:pt x="31881" y="1"/>
                    <a:pt x="31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7"/>
            <p:cNvSpPr/>
            <p:nvPr/>
          </p:nvSpPr>
          <p:spPr>
            <a:xfrm>
              <a:off x="1652800" y="1293575"/>
              <a:ext cx="960050" cy="52600"/>
            </a:xfrm>
            <a:custGeom>
              <a:rect b="b" l="l" r="r" t="t"/>
              <a:pathLst>
                <a:path extrusionOk="0" h="2104" w="38402">
                  <a:moveTo>
                    <a:pt x="1053" y="0"/>
                  </a:moveTo>
                  <a:cubicBezTo>
                    <a:pt x="472" y="0"/>
                    <a:pt x="1" y="472"/>
                    <a:pt x="2" y="1051"/>
                  </a:cubicBezTo>
                  <a:cubicBezTo>
                    <a:pt x="2" y="1632"/>
                    <a:pt x="474" y="2104"/>
                    <a:pt x="1053" y="2104"/>
                  </a:cubicBezTo>
                  <a:cubicBezTo>
                    <a:pt x="1634" y="2104"/>
                    <a:pt x="2106" y="1632"/>
                    <a:pt x="2106" y="1051"/>
                  </a:cubicBezTo>
                  <a:cubicBezTo>
                    <a:pt x="2106" y="471"/>
                    <a:pt x="1634" y="0"/>
                    <a:pt x="1053" y="0"/>
                  </a:cubicBezTo>
                  <a:close/>
                  <a:moveTo>
                    <a:pt x="7105" y="0"/>
                  </a:moveTo>
                  <a:cubicBezTo>
                    <a:pt x="6525" y="0"/>
                    <a:pt x="6053" y="472"/>
                    <a:pt x="6052" y="1051"/>
                  </a:cubicBezTo>
                  <a:cubicBezTo>
                    <a:pt x="6052" y="1632"/>
                    <a:pt x="6525" y="2104"/>
                    <a:pt x="7105" y="2104"/>
                  </a:cubicBezTo>
                  <a:cubicBezTo>
                    <a:pt x="7685" y="2104"/>
                    <a:pt x="8157" y="1632"/>
                    <a:pt x="8157" y="1051"/>
                  </a:cubicBezTo>
                  <a:cubicBezTo>
                    <a:pt x="8157" y="471"/>
                    <a:pt x="7685" y="0"/>
                    <a:pt x="7105" y="0"/>
                  </a:cubicBezTo>
                  <a:close/>
                  <a:moveTo>
                    <a:pt x="13153" y="0"/>
                  </a:moveTo>
                  <a:cubicBezTo>
                    <a:pt x="12572" y="0"/>
                    <a:pt x="12100" y="472"/>
                    <a:pt x="12102" y="1051"/>
                  </a:cubicBezTo>
                  <a:cubicBezTo>
                    <a:pt x="12102" y="1632"/>
                    <a:pt x="12574" y="2104"/>
                    <a:pt x="13153" y="2104"/>
                  </a:cubicBezTo>
                  <a:cubicBezTo>
                    <a:pt x="13734" y="2104"/>
                    <a:pt x="14206" y="1632"/>
                    <a:pt x="14206" y="1051"/>
                  </a:cubicBezTo>
                  <a:cubicBezTo>
                    <a:pt x="14206" y="471"/>
                    <a:pt x="13734" y="0"/>
                    <a:pt x="13153" y="0"/>
                  </a:cubicBezTo>
                  <a:close/>
                  <a:moveTo>
                    <a:pt x="19201" y="0"/>
                  </a:moveTo>
                  <a:cubicBezTo>
                    <a:pt x="18620" y="0"/>
                    <a:pt x="18149" y="472"/>
                    <a:pt x="18149" y="1051"/>
                  </a:cubicBezTo>
                  <a:cubicBezTo>
                    <a:pt x="18149" y="1632"/>
                    <a:pt x="18620" y="2104"/>
                    <a:pt x="19201" y="2104"/>
                  </a:cubicBezTo>
                  <a:cubicBezTo>
                    <a:pt x="19782" y="2104"/>
                    <a:pt x="20252" y="1632"/>
                    <a:pt x="20252" y="1051"/>
                  </a:cubicBezTo>
                  <a:cubicBezTo>
                    <a:pt x="20252" y="471"/>
                    <a:pt x="19780" y="0"/>
                    <a:pt x="19201" y="0"/>
                  </a:cubicBezTo>
                  <a:close/>
                  <a:moveTo>
                    <a:pt x="25252" y="0"/>
                  </a:moveTo>
                  <a:cubicBezTo>
                    <a:pt x="24672" y="0"/>
                    <a:pt x="24201" y="472"/>
                    <a:pt x="24201" y="1051"/>
                  </a:cubicBezTo>
                  <a:cubicBezTo>
                    <a:pt x="24201" y="1632"/>
                    <a:pt x="24672" y="2104"/>
                    <a:pt x="25252" y="2104"/>
                  </a:cubicBezTo>
                  <a:cubicBezTo>
                    <a:pt x="25833" y="2104"/>
                    <a:pt x="26304" y="1632"/>
                    <a:pt x="26304" y="1051"/>
                  </a:cubicBezTo>
                  <a:cubicBezTo>
                    <a:pt x="26304" y="471"/>
                    <a:pt x="25833" y="0"/>
                    <a:pt x="25252" y="0"/>
                  </a:cubicBezTo>
                  <a:close/>
                  <a:moveTo>
                    <a:pt x="31301" y="0"/>
                  </a:moveTo>
                  <a:cubicBezTo>
                    <a:pt x="30720" y="0"/>
                    <a:pt x="30249" y="472"/>
                    <a:pt x="30249" y="1051"/>
                  </a:cubicBezTo>
                  <a:cubicBezTo>
                    <a:pt x="30249" y="1632"/>
                    <a:pt x="30720" y="2104"/>
                    <a:pt x="31301" y="2104"/>
                  </a:cubicBezTo>
                  <a:cubicBezTo>
                    <a:pt x="31881" y="2104"/>
                    <a:pt x="32352" y="1632"/>
                    <a:pt x="32352" y="1051"/>
                  </a:cubicBezTo>
                  <a:cubicBezTo>
                    <a:pt x="32352" y="471"/>
                    <a:pt x="31881" y="0"/>
                    <a:pt x="31301" y="0"/>
                  </a:cubicBezTo>
                  <a:close/>
                  <a:moveTo>
                    <a:pt x="37350" y="0"/>
                  </a:moveTo>
                  <a:cubicBezTo>
                    <a:pt x="36767" y="0"/>
                    <a:pt x="36296" y="472"/>
                    <a:pt x="36296" y="1051"/>
                  </a:cubicBezTo>
                  <a:cubicBezTo>
                    <a:pt x="36296" y="1632"/>
                    <a:pt x="36769" y="2104"/>
                    <a:pt x="37350" y="2104"/>
                  </a:cubicBezTo>
                  <a:cubicBezTo>
                    <a:pt x="37929" y="2104"/>
                    <a:pt x="38401" y="1632"/>
                    <a:pt x="38401" y="1051"/>
                  </a:cubicBezTo>
                  <a:cubicBezTo>
                    <a:pt x="38401" y="471"/>
                    <a:pt x="37929" y="0"/>
                    <a:pt x="37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67"/>
            <p:cNvSpPr/>
            <p:nvPr/>
          </p:nvSpPr>
          <p:spPr>
            <a:xfrm>
              <a:off x="1501625" y="1185725"/>
              <a:ext cx="1111225" cy="52600"/>
            </a:xfrm>
            <a:custGeom>
              <a:rect b="b" l="l" r="r" t="t"/>
              <a:pathLst>
                <a:path extrusionOk="0" h="2104" w="44449">
                  <a:moveTo>
                    <a:pt x="1053" y="0"/>
                  </a:moveTo>
                  <a:cubicBezTo>
                    <a:pt x="472" y="0"/>
                    <a:pt x="0" y="471"/>
                    <a:pt x="0" y="1053"/>
                  </a:cubicBezTo>
                  <a:cubicBezTo>
                    <a:pt x="0" y="1633"/>
                    <a:pt x="472" y="2104"/>
                    <a:pt x="1053" y="2104"/>
                  </a:cubicBezTo>
                  <a:cubicBezTo>
                    <a:pt x="1632" y="2104"/>
                    <a:pt x="2104" y="1633"/>
                    <a:pt x="2104" y="1053"/>
                  </a:cubicBezTo>
                  <a:cubicBezTo>
                    <a:pt x="2104" y="472"/>
                    <a:pt x="1632" y="0"/>
                    <a:pt x="1053" y="0"/>
                  </a:cubicBezTo>
                  <a:close/>
                  <a:moveTo>
                    <a:pt x="7100" y="0"/>
                  </a:moveTo>
                  <a:cubicBezTo>
                    <a:pt x="6519" y="0"/>
                    <a:pt x="6048" y="471"/>
                    <a:pt x="6049" y="1053"/>
                  </a:cubicBezTo>
                  <a:cubicBezTo>
                    <a:pt x="6049" y="1633"/>
                    <a:pt x="6521" y="2104"/>
                    <a:pt x="7100" y="2104"/>
                  </a:cubicBezTo>
                  <a:cubicBezTo>
                    <a:pt x="7681" y="2104"/>
                    <a:pt x="8153" y="1633"/>
                    <a:pt x="8153" y="1053"/>
                  </a:cubicBezTo>
                  <a:cubicBezTo>
                    <a:pt x="8153" y="472"/>
                    <a:pt x="7681" y="0"/>
                    <a:pt x="7100" y="0"/>
                  </a:cubicBezTo>
                  <a:close/>
                  <a:moveTo>
                    <a:pt x="13152" y="0"/>
                  </a:moveTo>
                  <a:cubicBezTo>
                    <a:pt x="12572" y="0"/>
                    <a:pt x="12100" y="471"/>
                    <a:pt x="12099" y="1053"/>
                  </a:cubicBezTo>
                  <a:cubicBezTo>
                    <a:pt x="12099" y="1633"/>
                    <a:pt x="12572" y="2104"/>
                    <a:pt x="13152" y="2104"/>
                  </a:cubicBezTo>
                  <a:cubicBezTo>
                    <a:pt x="13732" y="2104"/>
                    <a:pt x="14199" y="1633"/>
                    <a:pt x="14199" y="1053"/>
                  </a:cubicBezTo>
                  <a:cubicBezTo>
                    <a:pt x="14199" y="472"/>
                    <a:pt x="13732" y="0"/>
                    <a:pt x="13152" y="0"/>
                  </a:cubicBezTo>
                  <a:close/>
                  <a:moveTo>
                    <a:pt x="19200" y="0"/>
                  </a:moveTo>
                  <a:cubicBezTo>
                    <a:pt x="18619" y="0"/>
                    <a:pt x="18147" y="471"/>
                    <a:pt x="18149" y="1053"/>
                  </a:cubicBezTo>
                  <a:cubicBezTo>
                    <a:pt x="18149" y="1633"/>
                    <a:pt x="18621" y="2104"/>
                    <a:pt x="19200" y="2104"/>
                  </a:cubicBezTo>
                  <a:cubicBezTo>
                    <a:pt x="19781" y="2104"/>
                    <a:pt x="20253" y="1633"/>
                    <a:pt x="20253" y="1053"/>
                  </a:cubicBezTo>
                  <a:cubicBezTo>
                    <a:pt x="20253" y="472"/>
                    <a:pt x="19781" y="0"/>
                    <a:pt x="19200" y="0"/>
                  </a:cubicBezTo>
                  <a:close/>
                  <a:moveTo>
                    <a:pt x="25248" y="0"/>
                  </a:moveTo>
                  <a:cubicBezTo>
                    <a:pt x="24667" y="0"/>
                    <a:pt x="24196" y="471"/>
                    <a:pt x="24196" y="1053"/>
                  </a:cubicBezTo>
                  <a:cubicBezTo>
                    <a:pt x="24196" y="1633"/>
                    <a:pt x="24667" y="2104"/>
                    <a:pt x="25248" y="2104"/>
                  </a:cubicBezTo>
                  <a:cubicBezTo>
                    <a:pt x="25829" y="2104"/>
                    <a:pt x="26299" y="1633"/>
                    <a:pt x="26299" y="1053"/>
                  </a:cubicBezTo>
                  <a:cubicBezTo>
                    <a:pt x="26299" y="472"/>
                    <a:pt x="25827" y="0"/>
                    <a:pt x="25248" y="0"/>
                  </a:cubicBezTo>
                  <a:close/>
                  <a:moveTo>
                    <a:pt x="31299" y="0"/>
                  </a:moveTo>
                  <a:cubicBezTo>
                    <a:pt x="30719" y="0"/>
                    <a:pt x="30248" y="471"/>
                    <a:pt x="30248" y="1053"/>
                  </a:cubicBezTo>
                  <a:cubicBezTo>
                    <a:pt x="30248" y="1633"/>
                    <a:pt x="30719" y="2104"/>
                    <a:pt x="31299" y="2104"/>
                  </a:cubicBezTo>
                  <a:cubicBezTo>
                    <a:pt x="31880" y="2104"/>
                    <a:pt x="32351" y="1633"/>
                    <a:pt x="32351" y="1053"/>
                  </a:cubicBezTo>
                  <a:cubicBezTo>
                    <a:pt x="32351" y="472"/>
                    <a:pt x="31880" y="0"/>
                    <a:pt x="31299" y="0"/>
                  </a:cubicBezTo>
                  <a:close/>
                  <a:moveTo>
                    <a:pt x="37348" y="0"/>
                  </a:moveTo>
                  <a:cubicBezTo>
                    <a:pt x="36767" y="0"/>
                    <a:pt x="36296" y="471"/>
                    <a:pt x="36296" y="1053"/>
                  </a:cubicBezTo>
                  <a:cubicBezTo>
                    <a:pt x="36296" y="1633"/>
                    <a:pt x="36767" y="2104"/>
                    <a:pt x="37348" y="2104"/>
                  </a:cubicBezTo>
                  <a:cubicBezTo>
                    <a:pt x="37928" y="2104"/>
                    <a:pt x="38399" y="1633"/>
                    <a:pt x="38399" y="1053"/>
                  </a:cubicBezTo>
                  <a:cubicBezTo>
                    <a:pt x="38399" y="472"/>
                    <a:pt x="37928" y="0"/>
                    <a:pt x="37348" y="0"/>
                  </a:cubicBezTo>
                  <a:close/>
                  <a:moveTo>
                    <a:pt x="43397" y="0"/>
                  </a:moveTo>
                  <a:cubicBezTo>
                    <a:pt x="42814" y="0"/>
                    <a:pt x="42343" y="471"/>
                    <a:pt x="42343" y="1053"/>
                  </a:cubicBezTo>
                  <a:cubicBezTo>
                    <a:pt x="42343" y="1633"/>
                    <a:pt x="42816" y="2104"/>
                    <a:pt x="43397" y="2104"/>
                  </a:cubicBezTo>
                  <a:cubicBezTo>
                    <a:pt x="43981" y="2104"/>
                    <a:pt x="44448" y="1633"/>
                    <a:pt x="44448" y="1053"/>
                  </a:cubicBezTo>
                  <a:cubicBezTo>
                    <a:pt x="44448" y="472"/>
                    <a:pt x="43981" y="0"/>
                    <a:pt x="43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67"/>
            <p:cNvSpPr/>
            <p:nvPr/>
          </p:nvSpPr>
          <p:spPr>
            <a:xfrm>
              <a:off x="1501625" y="1077875"/>
              <a:ext cx="960000" cy="52625"/>
            </a:xfrm>
            <a:custGeom>
              <a:rect b="b" l="l" r="r" t="t"/>
              <a:pathLst>
                <a:path extrusionOk="0" h="2105" w="38400">
                  <a:moveTo>
                    <a:pt x="1053" y="1"/>
                  </a:moveTo>
                  <a:cubicBezTo>
                    <a:pt x="472" y="1"/>
                    <a:pt x="0" y="471"/>
                    <a:pt x="0" y="1052"/>
                  </a:cubicBezTo>
                  <a:cubicBezTo>
                    <a:pt x="0" y="1632"/>
                    <a:pt x="472" y="2104"/>
                    <a:pt x="1053" y="2104"/>
                  </a:cubicBezTo>
                  <a:cubicBezTo>
                    <a:pt x="1632" y="2104"/>
                    <a:pt x="2104" y="1632"/>
                    <a:pt x="2104" y="1052"/>
                  </a:cubicBezTo>
                  <a:cubicBezTo>
                    <a:pt x="2104" y="471"/>
                    <a:pt x="1632" y="1"/>
                    <a:pt x="1053" y="1"/>
                  </a:cubicBezTo>
                  <a:close/>
                  <a:moveTo>
                    <a:pt x="7100" y="1"/>
                  </a:moveTo>
                  <a:cubicBezTo>
                    <a:pt x="6519" y="1"/>
                    <a:pt x="6048" y="471"/>
                    <a:pt x="6049" y="1052"/>
                  </a:cubicBezTo>
                  <a:cubicBezTo>
                    <a:pt x="6049" y="1632"/>
                    <a:pt x="6521" y="2104"/>
                    <a:pt x="7100" y="2104"/>
                  </a:cubicBezTo>
                  <a:cubicBezTo>
                    <a:pt x="7681" y="2104"/>
                    <a:pt x="8153" y="1632"/>
                    <a:pt x="8153" y="1052"/>
                  </a:cubicBezTo>
                  <a:cubicBezTo>
                    <a:pt x="8153" y="471"/>
                    <a:pt x="7681" y="1"/>
                    <a:pt x="7100" y="1"/>
                  </a:cubicBezTo>
                  <a:close/>
                  <a:moveTo>
                    <a:pt x="13152" y="1"/>
                  </a:moveTo>
                  <a:cubicBezTo>
                    <a:pt x="12572" y="1"/>
                    <a:pt x="12100" y="471"/>
                    <a:pt x="12099" y="1052"/>
                  </a:cubicBezTo>
                  <a:cubicBezTo>
                    <a:pt x="12099" y="1632"/>
                    <a:pt x="12572" y="2104"/>
                    <a:pt x="13152" y="2104"/>
                  </a:cubicBezTo>
                  <a:cubicBezTo>
                    <a:pt x="13732" y="2104"/>
                    <a:pt x="14199" y="1632"/>
                    <a:pt x="14199" y="1052"/>
                  </a:cubicBezTo>
                  <a:cubicBezTo>
                    <a:pt x="14199" y="471"/>
                    <a:pt x="13732" y="1"/>
                    <a:pt x="13152" y="1"/>
                  </a:cubicBezTo>
                  <a:close/>
                  <a:moveTo>
                    <a:pt x="19200" y="1"/>
                  </a:moveTo>
                  <a:cubicBezTo>
                    <a:pt x="18619" y="1"/>
                    <a:pt x="18147" y="471"/>
                    <a:pt x="18149" y="1052"/>
                  </a:cubicBezTo>
                  <a:cubicBezTo>
                    <a:pt x="18149" y="1632"/>
                    <a:pt x="18621" y="2104"/>
                    <a:pt x="19200" y="2104"/>
                  </a:cubicBezTo>
                  <a:cubicBezTo>
                    <a:pt x="19781" y="2104"/>
                    <a:pt x="20253" y="1632"/>
                    <a:pt x="20253" y="1052"/>
                  </a:cubicBezTo>
                  <a:cubicBezTo>
                    <a:pt x="20253" y="471"/>
                    <a:pt x="19781" y="1"/>
                    <a:pt x="19200" y="1"/>
                  </a:cubicBezTo>
                  <a:close/>
                  <a:moveTo>
                    <a:pt x="25248" y="1"/>
                  </a:moveTo>
                  <a:cubicBezTo>
                    <a:pt x="24667" y="1"/>
                    <a:pt x="24196" y="471"/>
                    <a:pt x="24196" y="1052"/>
                  </a:cubicBezTo>
                  <a:cubicBezTo>
                    <a:pt x="24196" y="1632"/>
                    <a:pt x="24667" y="2104"/>
                    <a:pt x="25248" y="2104"/>
                  </a:cubicBezTo>
                  <a:cubicBezTo>
                    <a:pt x="25829" y="2104"/>
                    <a:pt x="26299" y="1632"/>
                    <a:pt x="26299" y="1052"/>
                  </a:cubicBezTo>
                  <a:cubicBezTo>
                    <a:pt x="26299" y="471"/>
                    <a:pt x="25827" y="1"/>
                    <a:pt x="25248" y="1"/>
                  </a:cubicBezTo>
                  <a:close/>
                  <a:moveTo>
                    <a:pt x="31299" y="1"/>
                  </a:moveTo>
                  <a:cubicBezTo>
                    <a:pt x="30719" y="1"/>
                    <a:pt x="30248" y="471"/>
                    <a:pt x="30248" y="1052"/>
                  </a:cubicBezTo>
                  <a:cubicBezTo>
                    <a:pt x="30248" y="1632"/>
                    <a:pt x="30719" y="2104"/>
                    <a:pt x="31299" y="2104"/>
                  </a:cubicBezTo>
                  <a:cubicBezTo>
                    <a:pt x="31880" y="2104"/>
                    <a:pt x="32351" y="1632"/>
                    <a:pt x="32351" y="1052"/>
                  </a:cubicBezTo>
                  <a:cubicBezTo>
                    <a:pt x="32351" y="471"/>
                    <a:pt x="31880" y="1"/>
                    <a:pt x="31299" y="1"/>
                  </a:cubicBezTo>
                  <a:close/>
                  <a:moveTo>
                    <a:pt x="37348" y="1"/>
                  </a:moveTo>
                  <a:cubicBezTo>
                    <a:pt x="36767" y="1"/>
                    <a:pt x="36296" y="471"/>
                    <a:pt x="36296" y="1052"/>
                  </a:cubicBezTo>
                  <a:cubicBezTo>
                    <a:pt x="36296" y="1632"/>
                    <a:pt x="36767" y="2104"/>
                    <a:pt x="37348" y="2104"/>
                  </a:cubicBezTo>
                  <a:cubicBezTo>
                    <a:pt x="37928" y="2104"/>
                    <a:pt x="38399" y="1632"/>
                    <a:pt x="38399" y="1052"/>
                  </a:cubicBezTo>
                  <a:cubicBezTo>
                    <a:pt x="38399" y="471"/>
                    <a:pt x="37928" y="1"/>
                    <a:pt x="37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67"/>
            <p:cNvSpPr/>
            <p:nvPr/>
          </p:nvSpPr>
          <p:spPr>
            <a:xfrm>
              <a:off x="1350325" y="1077825"/>
              <a:ext cx="54700" cy="52650"/>
            </a:xfrm>
            <a:custGeom>
              <a:rect b="b" l="l" r="r" t="t"/>
              <a:pathLst>
                <a:path extrusionOk="0" h="2106" w="2188">
                  <a:moveTo>
                    <a:pt x="1051" y="0"/>
                  </a:moveTo>
                  <a:cubicBezTo>
                    <a:pt x="778" y="0"/>
                    <a:pt x="505" y="115"/>
                    <a:pt x="311" y="308"/>
                  </a:cubicBezTo>
                  <a:cubicBezTo>
                    <a:pt x="113" y="506"/>
                    <a:pt x="0" y="777"/>
                    <a:pt x="0" y="1054"/>
                  </a:cubicBezTo>
                  <a:cubicBezTo>
                    <a:pt x="0" y="1332"/>
                    <a:pt x="113" y="1602"/>
                    <a:pt x="311" y="1798"/>
                  </a:cubicBezTo>
                  <a:cubicBezTo>
                    <a:pt x="503" y="1991"/>
                    <a:pt x="778" y="2105"/>
                    <a:pt x="1051" y="2105"/>
                  </a:cubicBezTo>
                  <a:cubicBezTo>
                    <a:pt x="1329" y="2105"/>
                    <a:pt x="1603" y="1991"/>
                    <a:pt x="1796" y="1798"/>
                  </a:cubicBezTo>
                  <a:cubicBezTo>
                    <a:pt x="2187" y="1407"/>
                    <a:pt x="2187" y="699"/>
                    <a:pt x="1796" y="308"/>
                  </a:cubicBezTo>
                  <a:cubicBezTo>
                    <a:pt x="1604" y="113"/>
                    <a:pt x="1329" y="0"/>
                    <a:pt x="10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67"/>
            <p:cNvSpPr/>
            <p:nvPr/>
          </p:nvSpPr>
          <p:spPr>
            <a:xfrm>
              <a:off x="1501625" y="970025"/>
              <a:ext cx="808800" cy="52625"/>
            </a:xfrm>
            <a:custGeom>
              <a:rect b="b" l="l" r="r" t="t"/>
              <a:pathLst>
                <a:path extrusionOk="0" h="2105" w="32352">
                  <a:moveTo>
                    <a:pt x="1053" y="1"/>
                  </a:moveTo>
                  <a:cubicBezTo>
                    <a:pt x="472" y="1"/>
                    <a:pt x="0" y="471"/>
                    <a:pt x="0" y="1053"/>
                  </a:cubicBezTo>
                  <a:cubicBezTo>
                    <a:pt x="0" y="1633"/>
                    <a:pt x="472" y="2104"/>
                    <a:pt x="1053" y="2104"/>
                  </a:cubicBezTo>
                  <a:cubicBezTo>
                    <a:pt x="1632" y="2104"/>
                    <a:pt x="2104" y="1633"/>
                    <a:pt x="2104" y="1053"/>
                  </a:cubicBezTo>
                  <a:cubicBezTo>
                    <a:pt x="2104" y="473"/>
                    <a:pt x="1632" y="1"/>
                    <a:pt x="1053" y="1"/>
                  </a:cubicBezTo>
                  <a:close/>
                  <a:moveTo>
                    <a:pt x="7100" y="1"/>
                  </a:moveTo>
                  <a:cubicBezTo>
                    <a:pt x="6519" y="1"/>
                    <a:pt x="6048" y="471"/>
                    <a:pt x="6049" y="1053"/>
                  </a:cubicBezTo>
                  <a:cubicBezTo>
                    <a:pt x="6049" y="1633"/>
                    <a:pt x="6521" y="2104"/>
                    <a:pt x="7100" y="2104"/>
                  </a:cubicBezTo>
                  <a:cubicBezTo>
                    <a:pt x="7681" y="2104"/>
                    <a:pt x="8153" y="1633"/>
                    <a:pt x="8153" y="1053"/>
                  </a:cubicBezTo>
                  <a:cubicBezTo>
                    <a:pt x="8153" y="473"/>
                    <a:pt x="7681" y="1"/>
                    <a:pt x="7100" y="1"/>
                  </a:cubicBezTo>
                  <a:close/>
                  <a:moveTo>
                    <a:pt x="13152" y="1"/>
                  </a:moveTo>
                  <a:cubicBezTo>
                    <a:pt x="12572" y="1"/>
                    <a:pt x="12100" y="471"/>
                    <a:pt x="12099" y="1053"/>
                  </a:cubicBezTo>
                  <a:cubicBezTo>
                    <a:pt x="12099" y="1633"/>
                    <a:pt x="12572" y="2104"/>
                    <a:pt x="13152" y="2104"/>
                  </a:cubicBezTo>
                  <a:cubicBezTo>
                    <a:pt x="13732" y="2104"/>
                    <a:pt x="14199" y="1633"/>
                    <a:pt x="14199" y="1053"/>
                  </a:cubicBezTo>
                  <a:cubicBezTo>
                    <a:pt x="14199" y="473"/>
                    <a:pt x="13732" y="1"/>
                    <a:pt x="13152" y="1"/>
                  </a:cubicBezTo>
                  <a:close/>
                  <a:moveTo>
                    <a:pt x="19200" y="1"/>
                  </a:moveTo>
                  <a:cubicBezTo>
                    <a:pt x="18619" y="1"/>
                    <a:pt x="18147" y="471"/>
                    <a:pt x="18149" y="1053"/>
                  </a:cubicBezTo>
                  <a:cubicBezTo>
                    <a:pt x="18149" y="1633"/>
                    <a:pt x="18621" y="2104"/>
                    <a:pt x="19200" y="2104"/>
                  </a:cubicBezTo>
                  <a:cubicBezTo>
                    <a:pt x="19781" y="2104"/>
                    <a:pt x="20253" y="1633"/>
                    <a:pt x="20253" y="1053"/>
                  </a:cubicBezTo>
                  <a:cubicBezTo>
                    <a:pt x="20253" y="473"/>
                    <a:pt x="19781" y="1"/>
                    <a:pt x="19200" y="1"/>
                  </a:cubicBezTo>
                  <a:close/>
                  <a:moveTo>
                    <a:pt x="25248" y="1"/>
                  </a:moveTo>
                  <a:cubicBezTo>
                    <a:pt x="24667" y="1"/>
                    <a:pt x="24196" y="471"/>
                    <a:pt x="24196" y="1053"/>
                  </a:cubicBezTo>
                  <a:cubicBezTo>
                    <a:pt x="24196" y="1633"/>
                    <a:pt x="24667" y="2104"/>
                    <a:pt x="25248" y="2104"/>
                  </a:cubicBezTo>
                  <a:cubicBezTo>
                    <a:pt x="25829" y="2104"/>
                    <a:pt x="26299" y="1633"/>
                    <a:pt x="26299" y="1053"/>
                  </a:cubicBezTo>
                  <a:cubicBezTo>
                    <a:pt x="26299" y="473"/>
                    <a:pt x="25827" y="1"/>
                    <a:pt x="25248" y="1"/>
                  </a:cubicBezTo>
                  <a:close/>
                  <a:moveTo>
                    <a:pt x="31299" y="1"/>
                  </a:moveTo>
                  <a:cubicBezTo>
                    <a:pt x="30719" y="1"/>
                    <a:pt x="30248" y="471"/>
                    <a:pt x="30248" y="1053"/>
                  </a:cubicBezTo>
                  <a:cubicBezTo>
                    <a:pt x="30248" y="1633"/>
                    <a:pt x="30719" y="2104"/>
                    <a:pt x="31299" y="2104"/>
                  </a:cubicBezTo>
                  <a:cubicBezTo>
                    <a:pt x="31880" y="2104"/>
                    <a:pt x="32351" y="1633"/>
                    <a:pt x="32351" y="1053"/>
                  </a:cubicBezTo>
                  <a:cubicBezTo>
                    <a:pt x="32351" y="473"/>
                    <a:pt x="31880" y="1"/>
                    <a:pt x="312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67"/>
            <p:cNvSpPr/>
            <p:nvPr/>
          </p:nvSpPr>
          <p:spPr>
            <a:xfrm>
              <a:off x="1350325" y="970000"/>
              <a:ext cx="54700" cy="52650"/>
            </a:xfrm>
            <a:custGeom>
              <a:rect b="b" l="l" r="r" t="t"/>
              <a:pathLst>
                <a:path extrusionOk="0" h="2106" w="2188">
                  <a:moveTo>
                    <a:pt x="1051" y="1"/>
                  </a:moveTo>
                  <a:cubicBezTo>
                    <a:pt x="778" y="1"/>
                    <a:pt x="505" y="115"/>
                    <a:pt x="311" y="307"/>
                  </a:cubicBezTo>
                  <a:cubicBezTo>
                    <a:pt x="113" y="506"/>
                    <a:pt x="0" y="777"/>
                    <a:pt x="0" y="1054"/>
                  </a:cubicBezTo>
                  <a:cubicBezTo>
                    <a:pt x="0" y="1330"/>
                    <a:pt x="113" y="1600"/>
                    <a:pt x="311" y="1799"/>
                  </a:cubicBezTo>
                  <a:cubicBezTo>
                    <a:pt x="503" y="1991"/>
                    <a:pt x="778" y="2105"/>
                    <a:pt x="1051" y="2105"/>
                  </a:cubicBezTo>
                  <a:cubicBezTo>
                    <a:pt x="1329" y="2105"/>
                    <a:pt x="1603" y="1991"/>
                    <a:pt x="1796" y="1799"/>
                  </a:cubicBezTo>
                  <a:cubicBezTo>
                    <a:pt x="2187" y="1407"/>
                    <a:pt x="2187" y="701"/>
                    <a:pt x="1796" y="307"/>
                  </a:cubicBezTo>
                  <a:cubicBezTo>
                    <a:pt x="1604" y="115"/>
                    <a:pt x="1329" y="1"/>
                    <a:pt x="1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7" name="Google Shape;607;p67"/>
          <p:cNvGrpSpPr/>
          <p:nvPr/>
        </p:nvGrpSpPr>
        <p:grpSpPr>
          <a:xfrm>
            <a:off x="6647700" y="4034400"/>
            <a:ext cx="1783075" cy="177800"/>
            <a:chOff x="4561725" y="1146400"/>
            <a:chExt cx="1783075" cy="177800"/>
          </a:xfrm>
        </p:grpSpPr>
        <p:sp>
          <p:nvSpPr>
            <p:cNvPr id="608" name="Google Shape;608;p67"/>
            <p:cNvSpPr/>
            <p:nvPr/>
          </p:nvSpPr>
          <p:spPr>
            <a:xfrm>
              <a:off x="4561725" y="1146400"/>
              <a:ext cx="284925" cy="177800"/>
            </a:xfrm>
            <a:custGeom>
              <a:rect b="b" l="l" r="r" t="t"/>
              <a:pathLst>
                <a:path extrusionOk="0" h="7112" w="11397">
                  <a:moveTo>
                    <a:pt x="1" y="0"/>
                  </a:moveTo>
                  <a:lnTo>
                    <a:pt x="6853" y="7111"/>
                  </a:lnTo>
                  <a:lnTo>
                    <a:pt x="11396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67"/>
            <p:cNvSpPr/>
            <p:nvPr/>
          </p:nvSpPr>
          <p:spPr>
            <a:xfrm>
              <a:off x="4775700" y="1146400"/>
              <a:ext cx="284975" cy="177800"/>
            </a:xfrm>
            <a:custGeom>
              <a:rect b="b" l="l" r="r" t="t"/>
              <a:pathLst>
                <a:path extrusionOk="0" h="7112" w="11399">
                  <a:moveTo>
                    <a:pt x="1" y="0"/>
                  </a:moveTo>
                  <a:lnTo>
                    <a:pt x="6855" y="7111"/>
                  </a:lnTo>
                  <a:lnTo>
                    <a:pt x="11398" y="7111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67"/>
            <p:cNvSpPr/>
            <p:nvPr/>
          </p:nvSpPr>
          <p:spPr>
            <a:xfrm>
              <a:off x="4989750" y="1146400"/>
              <a:ext cx="284950" cy="177800"/>
            </a:xfrm>
            <a:custGeom>
              <a:rect b="b" l="l" r="r" t="t"/>
              <a:pathLst>
                <a:path extrusionOk="0" h="7112" w="11398">
                  <a:moveTo>
                    <a:pt x="0" y="0"/>
                  </a:moveTo>
                  <a:lnTo>
                    <a:pt x="6855" y="7111"/>
                  </a:lnTo>
                  <a:lnTo>
                    <a:pt x="11398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67"/>
            <p:cNvSpPr/>
            <p:nvPr/>
          </p:nvSpPr>
          <p:spPr>
            <a:xfrm>
              <a:off x="5203775" y="1146400"/>
              <a:ext cx="284925" cy="177800"/>
            </a:xfrm>
            <a:custGeom>
              <a:rect b="b" l="l" r="r" t="t"/>
              <a:pathLst>
                <a:path extrusionOk="0" h="7112" w="11397">
                  <a:moveTo>
                    <a:pt x="0" y="0"/>
                  </a:moveTo>
                  <a:lnTo>
                    <a:pt x="6855" y="7111"/>
                  </a:lnTo>
                  <a:lnTo>
                    <a:pt x="11397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67"/>
            <p:cNvSpPr/>
            <p:nvPr/>
          </p:nvSpPr>
          <p:spPr>
            <a:xfrm>
              <a:off x="5417775" y="1146400"/>
              <a:ext cx="284975" cy="177800"/>
            </a:xfrm>
            <a:custGeom>
              <a:rect b="b" l="l" r="r" t="t"/>
              <a:pathLst>
                <a:path extrusionOk="0" h="7112" w="11399">
                  <a:moveTo>
                    <a:pt x="1" y="0"/>
                  </a:moveTo>
                  <a:lnTo>
                    <a:pt x="6856" y="7111"/>
                  </a:lnTo>
                  <a:lnTo>
                    <a:pt x="11398" y="7111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67"/>
            <p:cNvSpPr/>
            <p:nvPr/>
          </p:nvSpPr>
          <p:spPr>
            <a:xfrm>
              <a:off x="5631800" y="1146400"/>
              <a:ext cx="284975" cy="177800"/>
            </a:xfrm>
            <a:custGeom>
              <a:rect b="b" l="l" r="r" t="t"/>
              <a:pathLst>
                <a:path extrusionOk="0" h="7112" w="11399">
                  <a:moveTo>
                    <a:pt x="1" y="0"/>
                  </a:moveTo>
                  <a:lnTo>
                    <a:pt x="6855" y="7111"/>
                  </a:lnTo>
                  <a:lnTo>
                    <a:pt x="11398" y="7111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7"/>
            <p:cNvSpPr/>
            <p:nvPr/>
          </p:nvSpPr>
          <p:spPr>
            <a:xfrm>
              <a:off x="5845850" y="1146400"/>
              <a:ext cx="284950" cy="177800"/>
            </a:xfrm>
            <a:custGeom>
              <a:rect b="b" l="l" r="r" t="t"/>
              <a:pathLst>
                <a:path extrusionOk="0" h="7112" w="11398">
                  <a:moveTo>
                    <a:pt x="0" y="0"/>
                  </a:moveTo>
                  <a:lnTo>
                    <a:pt x="6854" y="7111"/>
                  </a:lnTo>
                  <a:lnTo>
                    <a:pt x="11398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67"/>
            <p:cNvSpPr/>
            <p:nvPr/>
          </p:nvSpPr>
          <p:spPr>
            <a:xfrm>
              <a:off x="6059875" y="1146400"/>
              <a:ext cx="284925" cy="177800"/>
            </a:xfrm>
            <a:custGeom>
              <a:rect b="b" l="l" r="r" t="t"/>
              <a:pathLst>
                <a:path extrusionOk="0" h="7112" w="11397">
                  <a:moveTo>
                    <a:pt x="0" y="0"/>
                  </a:moveTo>
                  <a:lnTo>
                    <a:pt x="6854" y="7111"/>
                  </a:lnTo>
                  <a:lnTo>
                    <a:pt x="11397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68"/>
          <p:cNvGrpSpPr/>
          <p:nvPr/>
        </p:nvGrpSpPr>
        <p:grpSpPr>
          <a:xfrm>
            <a:off x="128509" y="127582"/>
            <a:ext cx="9015494" cy="5055071"/>
            <a:chOff x="128509" y="127582"/>
            <a:chExt cx="9015494" cy="5055071"/>
          </a:xfrm>
        </p:grpSpPr>
        <p:pic>
          <p:nvPicPr>
            <p:cNvPr id="618" name="Google Shape;618;p68"/>
            <p:cNvPicPr preferRelativeResize="0"/>
            <p:nvPr/>
          </p:nvPicPr>
          <p:blipFill rotWithShape="1">
            <a:blip r:embed="rId2">
              <a:alphaModFix/>
            </a:blip>
            <a:srcRect b="0" l="49862" r="0" t="39939"/>
            <a:stretch/>
          </p:blipFill>
          <p:spPr>
            <a:xfrm rot="10800000">
              <a:off x="4712177" y="2735578"/>
              <a:ext cx="4431826" cy="24470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9" name="Google Shape;619;p68"/>
            <p:cNvGrpSpPr/>
            <p:nvPr/>
          </p:nvGrpSpPr>
          <p:grpSpPr>
            <a:xfrm>
              <a:off x="128509" y="127582"/>
              <a:ext cx="3570454" cy="823838"/>
              <a:chOff x="1492450" y="1911750"/>
              <a:chExt cx="2360475" cy="544650"/>
            </a:xfrm>
          </p:grpSpPr>
          <p:sp>
            <p:nvSpPr>
              <p:cNvPr id="620" name="Google Shape;620;p68"/>
              <p:cNvSpPr/>
              <p:nvPr/>
            </p:nvSpPr>
            <p:spPr>
              <a:xfrm>
                <a:off x="3086750" y="2015325"/>
                <a:ext cx="154050" cy="4100"/>
              </a:xfrm>
              <a:custGeom>
                <a:rect b="b" l="l" r="r" t="t"/>
                <a:pathLst>
                  <a:path extrusionOk="0" h="164" w="6162">
                    <a:moveTo>
                      <a:pt x="82" y="0"/>
                    </a:moveTo>
                    <a:cubicBezTo>
                      <a:pt x="36" y="0"/>
                      <a:pt x="1" y="37"/>
                      <a:pt x="1" y="82"/>
                    </a:cubicBezTo>
                    <a:cubicBezTo>
                      <a:pt x="1" y="126"/>
                      <a:pt x="36" y="163"/>
                      <a:pt x="82" y="163"/>
                    </a:cubicBezTo>
                    <a:lnTo>
                      <a:pt x="6080" y="163"/>
                    </a:lnTo>
                    <a:cubicBezTo>
                      <a:pt x="6127" y="163"/>
                      <a:pt x="6161" y="126"/>
                      <a:pt x="6161" y="82"/>
                    </a:cubicBezTo>
                    <a:cubicBezTo>
                      <a:pt x="6161" y="37"/>
                      <a:pt x="6124" y="0"/>
                      <a:pt x="60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68"/>
              <p:cNvSpPr/>
              <p:nvPr/>
            </p:nvSpPr>
            <p:spPr>
              <a:xfrm>
                <a:off x="32233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8" y="1234"/>
                      <a:pt x="1234" y="957"/>
                      <a:pt x="1234" y="617"/>
                    </a:cubicBezTo>
                    <a:cubicBezTo>
                      <a:pt x="1234" y="277"/>
                      <a:pt x="958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68"/>
              <p:cNvSpPr/>
              <p:nvPr/>
            </p:nvSpPr>
            <p:spPr>
              <a:xfrm>
                <a:off x="26791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29" y="0"/>
                    </a:moveTo>
                    <a:cubicBezTo>
                      <a:pt x="147" y="0"/>
                      <a:pt x="1" y="147"/>
                      <a:pt x="1" y="330"/>
                    </a:cubicBezTo>
                    <a:cubicBezTo>
                      <a:pt x="1" y="511"/>
                      <a:pt x="148" y="658"/>
                      <a:pt x="329" y="658"/>
                    </a:cubicBezTo>
                    <a:lnTo>
                      <a:pt x="1095" y="658"/>
                    </a:lnTo>
                    <a:cubicBezTo>
                      <a:pt x="1277" y="658"/>
                      <a:pt x="1425" y="511"/>
                      <a:pt x="1425" y="330"/>
                    </a:cubicBezTo>
                    <a:cubicBezTo>
                      <a:pt x="1425" y="147"/>
                      <a:pt x="1277" y="0"/>
                      <a:pt x="10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68"/>
              <p:cNvSpPr/>
              <p:nvPr/>
            </p:nvSpPr>
            <p:spPr>
              <a:xfrm>
                <a:off x="2740975" y="2009100"/>
                <a:ext cx="294175" cy="16475"/>
              </a:xfrm>
              <a:custGeom>
                <a:rect b="b" l="l" r="r" t="t"/>
                <a:pathLst>
                  <a:path extrusionOk="0" h="659" w="11767">
                    <a:moveTo>
                      <a:pt x="330" y="0"/>
                    </a:moveTo>
                    <a:cubicBezTo>
                      <a:pt x="148" y="0"/>
                      <a:pt x="1" y="147"/>
                      <a:pt x="1" y="330"/>
                    </a:cubicBezTo>
                    <a:cubicBezTo>
                      <a:pt x="1" y="511"/>
                      <a:pt x="150" y="658"/>
                      <a:pt x="330" y="658"/>
                    </a:cubicBezTo>
                    <a:lnTo>
                      <a:pt x="1825" y="658"/>
                    </a:lnTo>
                    <a:cubicBezTo>
                      <a:pt x="2006" y="658"/>
                      <a:pt x="2154" y="511"/>
                      <a:pt x="2154" y="330"/>
                    </a:cubicBezTo>
                    <a:cubicBezTo>
                      <a:pt x="2154" y="147"/>
                      <a:pt x="2006" y="0"/>
                      <a:pt x="1825" y="0"/>
                    </a:cubicBezTo>
                    <a:close/>
                    <a:moveTo>
                      <a:pt x="3534" y="0"/>
                    </a:moveTo>
                    <a:cubicBezTo>
                      <a:pt x="3353" y="0"/>
                      <a:pt x="3206" y="147"/>
                      <a:pt x="3206" y="330"/>
                    </a:cubicBezTo>
                    <a:cubicBezTo>
                      <a:pt x="3206" y="511"/>
                      <a:pt x="3354" y="658"/>
                      <a:pt x="3534" y="658"/>
                    </a:cubicBezTo>
                    <a:lnTo>
                      <a:pt x="5029" y="658"/>
                    </a:lnTo>
                    <a:cubicBezTo>
                      <a:pt x="5211" y="658"/>
                      <a:pt x="5358" y="511"/>
                      <a:pt x="5358" y="330"/>
                    </a:cubicBezTo>
                    <a:cubicBezTo>
                      <a:pt x="5358" y="147"/>
                      <a:pt x="5211" y="0"/>
                      <a:pt x="5029" y="0"/>
                    </a:cubicBezTo>
                    <a:close/>
                    <a:moveTo>
                      <a:pt x="6739" y="0"/>
                    </a:moveTo>
                    <a:cubicBezTo>
                      <a:pt x="6556" y="0"/>
                      <a:pt x="6410" y="147"/>
                      <a:pt x="6410" y="330"/>
                    </a:cubicBezTo>
                    <a:cubicBezTo>
                      <a:pt x="6410" y="511"/>
                      <a:pt x="6558" y="658"/>
                      <a:pt x="6739" y="658"/>
                    </a:cubicBezTo>
                    <a:lnTo>
                      <a:pt x="8234" y="658"/>
                    </a:lnTo>
                    <a:cubicBezTo>
                      <a:pt x="8414" y="658"/>
                      <a:pt x="8562" y="511"/>
                      <a:pt x="8562" y="330"/>
                    </a:cubicBezTo>
                    <a:cubicBezTo>
                      <a:pt x="8562" y="147"/>
                      <a:pt x="8414" y="0"/>
                      <a:pt x="8234" y="0"/>
                    </a:cubicBezTo>
                    <a:close/>
                    <a:moveTo>
                      <a:pt x="9942" y="0"/>
                    </a:moveTo>
                    <a:cubicBezTo>
                      <a:pt x="9760" y="0"/>
                      <a:pt x="9613" y="147"/>
                      <a:pt x="9613" y="330"/>
                    </a:cubicBezTo>
                    <a:cubicBezTo>
                      <a:pt x="9613" y="511"/>
                      <a:pt x="9761" y="658"/>
                      <a:pt x="9942" y="658"/>
                    </a:cubicBezTo>
                    <a:lnTo>
                      <a:pt x="11437" y="658"/>
                    </a:lnTo>
                    <a:cubicBezTo>
                      <a:pt x="11619" y="658"/>
                      <a:pt x="11766" y="511"/>
                      <a:pt x="11766" y="330"/>
                    </a:cubicBezTo>
                    <a:cubicBezTo>
                      <a:pt x="11766" y="147"/>
                      <a:pt x="11617" y="0"/>
                      <a:pt x="114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68"/>
              <p:cNvSpPr/>
              <p:nvPr/>
            </p:nvSpPr>
            <p:spPr>
              <a:xfrm>
                <a:off x="3061400" y="2009100"/>
                <a:ext cx="35625" cy="16475"/>
              </a:xfrm>
              <a:custGeom>
                <a:rect b="b" l="l" r="r" t="t"/>
                <a:pathLst>
                  <a:path extrusionOk="0" h="659" w="1425">
                    <a:moveTo>
                      <a:pt x="330" y="0"/>
                    </a:moveTo>
                    <a:cubicBezTo>
                      <a:pt x="147" y="0"/>
                      <a:pt x="0" y="147"/>
                      <a:pt x="0" y="330"/>
                    </a:cubicBezTo>
                    <a:cubicBezTo>
                      <a:pt x="0" y="511"/>
                      <a:pt x="148" y="658"/>
                      <a:pt x="330" y="658"/>
                    </a:cubicBezTo>
                    <a:lnTo>
                      <a:pt x="1096" y="658"/>
                    </a:lnTo>
                    <a:cubicBezTo>
                      <a:pt x="1278" y="658"/>
                      <a:pt x="1424" y="511"/>
                      <a:pt x="1424" y="330"/>
                    </a:cubicBezTo>
                    <a:cubicBezTo>
                      <a:pt x="1424" y="147"/>
                      <a:pt x="1277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68"/>
              <p:cNvSpPr/>
              <p:nvPr/>
            </p:nvSpPr>
            <p:spPr>
              <a:xfrm>
                <a:off x="1520225" y="2015300"/>
                <a:ext cx="1169125" cy="235550"/>
              </a:xfrm>
              <a:custGeom>
                <a:rect b="b" l="l" r="r" t="t"/>
                <a:pathLst>
                  <a:path extrusionOk="0" h="9422" w="46765">
                    <a:moveTo>
                      <a:pt x="9349" y="0"/>
                    </a:moveTo>
                    <a:cubicBezTo>
                      <a:pt x="9328" y="0"/>
                      <a:pt x="9306" y="9"/>
                      <a:pt x="9291" y="24"/>
                    </a:cubicBezTo>
                    <a:lnTo>
                      <a:pt x="34" y="9281"/>
                    </a:lnTo>
                    <a:cubicBezTo>
                      <a:pt x="1" y="9313"/>
                      <a:pt x="1" y="9365"/>
                      <a:pt x="34" y="9397"/>
                    </a:cubicBezTo>
                    <a:cubicBezTo>
                      <a:pt x="50" y="9413"/>
                      <a:pt x="70" y="9421"/>
                      <a:pt x="92" y="9421"/>
                    </a:cubicBezTo>
                    <a:cubicBezTo>
                      <a:pt x="114" y="9421"/>
                      <a:pt x="135" y="9414"/>
                      <a:pt x="152" y="9395"/>
                    </a:cubicBezTo>
                    <a:lnTo>
                      <a:pt x="9384" y="163"/>
                    </a:lnTo>
                    <a:lnTo>
                      <a:pt x="46683" y="163"/>
                    </a:lnTo>
                    <a:cubicBezTo>
                      <a:pt x="46727" y="163"/>
                      <a:pt x="46764" y="126"/>
                      <a:pt x="46764" y="82"/>
                    </a:cubicBezTo>
                    <a:cubicBezTo>
                      <a:pt x="46764" y="36"/>
                      <a:pt x="46727" y="0"/>
                      <a:pt x="46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68"/>
              <p:cNvSpPr/>
              <p:nvPr/>
            </p:nvSpPr>
            <p:spPr>
              <a:xfrm>
                <a:off x="2102650" y="1925075"/>
                <a:ext cx="175350" cy="94350"/>
              </a:xfrm>
              <a:custGeom>
                <a:rect b="b" l="l" r="r" t="t"/>
                <a:pathLst>
                  <a:path extrusionOk="0" h="3774" w="7014">
                    <a:moveTo>
                      <a:pt x="3699" y="1"/>
                    </a:moveTo>
                    <a:cubicBezTo>
                      <a:pt x="3677" y="1"/>
                      <a:pt x="3655" y="11"/>
                      <a:pt x="3641" y="25"/>
                    </a:cubicBezTo>
                    <a:lnTo>
                      <a:pt x="33" y="3633"/>
                    </a:lnTo>
                    <a:cubicBezTo>
                      <a:pt x="0" y="3665"/>
                      <a:pt x="0" y="3717"/>
                      <a:pt x="33" y="3748"/>
                    </a:cubicBezTo>
                    <a:cubicBezTo>
                      <a:pt x="49" y="3765"/>
                      <a:pt x="70" y="3773"/>
                      <a:pt x="92" y="3773"/>
                    </a:cubicBezTo>
                    <a:cubicBezTo>
                      <a:pt x="113" y="3773"/>
                      <a:pt x="133" y="3766"/>
                      <a:pt x="149" y="3747"/>
                    </a:cubicBezTo>
                    <a:lnTo>
                      <a:pt x="3734" y="164"/>
                    </a:lnTo>
                    <a:lnTo>
                      <a:pt x="6932" y="164"/>
                    </a:lnTo>
                    <a:cubicBezTo>
                      <a:pt x="6976" y="164"/>
                      <a:pt x="7013" y="127"/>
                      <a:pt x="7013" y="82"/>
                    </a:cubicBezTo>
                    <a:cubicBezTo>
                      <a:pt x="7013" y="38"/>
                      <a:pt x="6976" y="1"/>
                      <a:pt x="69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68"/>
              <p:cNvSpPr/>
              <p:nvPr/>
            </p:nvSpPr>
            <p:spPr>
              <a:xfrm>
                <a:off x="2260500" y="1911750"/>
                <a:ext cx="30900" cy="30875"/>
              </a:xfrm>
              <a:custGeom>
                <a:rect b="b" l="l" r="r" t="t"/>
                <a:pathLst>
                  <a:path extrusionOk="0" h="1235" w="1236">
                    <a:moveTo>
                      <a:pt x="618" y="0"/>
                    </a:moveTo>
                    <a:cubicBezTo>
                      <a:pt x="278" y="0"/>
                      <a:pt x="0" y="276"/>
                      <a:pt x="0" y="617"/>
                    </a:cubicBezTo>
                    <a:cubicBezTo>
                      <a:pt x="0" y="958"/>
                      <a:pt x="278" y="1234"/>
                      <a:pt x="618" y="1234"/>
                    </a:cubicBezTo>
                    <a:cubicBezTo>
                      <a:pt x="958" y="1234"/>
                      <a:pt x="1235" y="958"/>
                      <a:pt x="1235" y="617"/>
                    </a:cubicBezTo>
                    <a:cubicBezTo>
                      <a:pt x="1235" y="276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68"/>
              <p:cNvSpPr/>
              <p:nvPr/>
            </p:nvSpPr>
            <p:spPr>
              <a:xfrm>
                <a:off x="2538650" y="2015275"/>
                <a:ext cx="461325" cy="131575"/>
              </a:xfrm>
              <a:custGeom>
                <a:rect b="b" l="l" r="r" t="t"/>
                <a:pathLst>
                  <a:path extrusionOk="0" h="5263" w="18453">
                    <a:moveTo>
                      <a:pt x="91" y="1"/>
                    </a:moveTo>
                    <a:cubicBezTo>
                      <a:pt x="70" y="1"/>
                      <a:pt x="49" y="9"/>
                      <a:pt x="33" y="25"/>
                    </a:cubicBezTo>
                    <a:cubicBezTo>
                      <a:pt x="0" y="57"/>
                      <a:pt x="0" y="109"/>
                      <a:pt x="33" y="140"/>
                    </a:cubicBezTo>
                    <a:lnTo>
                      <a:pt x="5130" y="5238"/>
                    </a:lnTo>
                    <a:cubicBezTo>
                      <a:pt x="5147" y="5254"/>
                      <a:pt x="5167" y="5263"/>
                      <a:pt x="5189" y="5263"/>
                    </a:cubicBezTo>
                    <a:lnTo>
                      <a:pt x="18372" y="5263"/>
                    </a:lnTo>
                    <a:cubicBezTo>
                      <a:pt x="18419" y="5263"/>
                      <a:pt x="18452" y="5225"/>
                      <a:pt x="18452" y="5180"/>
                    </a:cubicBezTo>
                    <a:cubicBezTo>
                      <a:pt x="18452" y="5135"/>
                      <a:pt x="18415" y="5099"/>
                      <a:pt x="18371" y="5099"/>
                    </a:cubicBezTo>
                    <a:lnTo>
                      <a:pt x="5222" y="5099"/>
                    </a:lnTo>
                    <a:lnTo>
                      <a:pt x="148" y="25"/>
                    </a:lnTo>
                    <a:cubicBezTo>
                      <a:pt x="133" y="9"/>
                      <a:pt x="112" y="1"/>
                      <a:pt x="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68"/>
              <p:cNvSpPr/>
              <p:nvPr/>
            </p:nvSpPr>
            <p:spPr>
              <a:xfrm>
                <a:off x="2982525" y="21293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1"/>
                    </a:moveTo>
                    <a:cubicBezTo>
                      <a:pt x="277" y="1"/>
                      <a:pt x="0" y="277"/>
                      <a:pt x="0" y="618"/>
                    </a:cubicBezTo>
                    <a:cubicBezTo>
                      <a:pt x="0" y="959"/>
                      <a:pt x="277" y="1235"/>
                      <a:pt x="617" y="1235"/>
                    </a:cubicBezTo>
                    <a:cubicBezTo>
                      <a:pt x="957" y="1235"/>
                      <a:pt x="1234" y="959"/>
                      <a:pt x="1234" y="618"/>
                    </a:cubicBezTo>
                    <a:cubicBezTo>
                      <a:pt x="1234" y="277"/>
                      <a:pt x="957" y="1"/>
                      <a:pt x="6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68"/>
              <p:cNvSpPr/>
              <p:nvPr/>
            </p:nvSpPr>
            <p:spPr>
              <a:xfrm>
                <a:off x="1997625" y="2015300"/>
                <a:ext cx="1841950" cy="415750"/>
              </a:xfrm>
              <a:custGeom>
                <a:rect b="b" l="l" r="r" t="t"/>
                <a:pathLst>
                  <a:path extrusionOk="0" h="16630" w="73678">
                    <a:moveTo>
                      <a:pt x="92" y="0"/>
                    </a:moveTo>
                    <a:cubicBezTo>
                      <a:pt x="71" y="0"/>
                      <a:pt x="50" y="8"/>
                      <a:pt x="33" y="24"/>
                    </a:cubicBezTo>
                    <a:cubicBezTo>
                      <a:pt x="1" y="56"/>
                      <a:pt x="1" y="108"/>
                      <a:pt x="33" y="139"/>
                    </a:cubicBezTo>
                    <a:lnTo>
                      <a:pt x="16498" y="16605"/>
                    </a:lnTo>
                    <a:cubicBezTo>
                      <a:pt x="16514" y="16621"/>
                      <a:pt x="16535" y="16629"/>
                      <a:pt x="16557" y="16629"/>
                    </a:cubicBezTo>
                    <a:lnTo>
                      <a:pt x="73595" y="16629"/>
                    </a:lnTo>
                    <a:cubicBezTo>
                      <a:pt x="73641" y="16629"/>
                      <a:pt x="73677" y="16592"/>
                      <a:pt x="73676" y="16548"/>
                    </a:cubicBezTo>
                    <a:cubicBezTo>
                      <a:pt x="73676" y="16503"/>
                      <a:pt x="73639" y="16466"/>
                      <a:pt x="73595" y="16466"/>
                    </a:cubicBezTo>
                    <a:lnTo>
                      <a:pt x="16590" y="16466"/>
                    </a:lnTo>
                    <a:lnTo>
                      <a:pt x="148" y="24"/>
                    </a:lnTo>
                    <a:cubicBezTo>
                      <a:pt x="133" y="8"/>
                      <a:pt x="112" y="0"/>
                      <a:pt x="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68"/>
              <p:cNvSpPr/>
              <p:nvPr/>
            </p:nvSpPr>
            <p:spPr>
              <a:xfrm>
                <a:off x="3822050" y="2413550"/>
                <a:ext cx="30875" cy="30850"/>
              </a:xfrm>
              <a:custGeom>
                <a:rect b="b" l="l" r="r" t="t"/>
                <a:pathLst>
                  <a:path extrusionOk="0" h="1234" w="1235">
                    <a:moveTo>
                      <a:pt x="618" y="0"/>
                    </a:moveTo>
                    <a:cubicBezTo>
                      <a:pt x="277" y="0"/>
                      <a:pt x="0" y="277"/>
                      <a:pt x="0" y="618"/>
                    </a:cubicBezTo>
                    <a:cubicBezTo>
                      <a:pt x="0" y="958"/>
                      <a:pt x="277" y="1234"/>
                      <a:pt x="618" y="1234"/>
                    </a:cubicBezTo>
                    <a:cubicBezTo>
                      <a:pt x="958" y="1234"/>
                      <a:pt x="1234" y="958"/>
                      <a:pt x="1234" y="618"/>
                    </a:cubicBezTo>
                    <a:cubicBezTo>
                      <a:pt x="1234" y="277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68"/>
              <p:cNvSpPr/>
              <p:nvPr/>
            </p:nvSpPr>
            <p:spPr>
              <a:xfrm>
                <a:off x="2220000" y="2015325"/>
                <a:ext cx="10525" cy="4100"/>
              </a:xfrm>
              <a:custGeom>
                <a:rect b="b" l="l" r="r" t="t"/>
                <a:pathLst>
                  <a:path extrusionOk="0" h="164" w="421">
                    <a:moveTo>
                      <a:pt x="82" y="0"/>
                    </a:moveTo>
                    <a:cubicBezTo>
                      <a:pt x="38" y="0"/>
                      <a:pt x="1" y="37"/>
                      <a:pt x="1" y="82"/>
                    </a:cubicBezTo>
                    <a:cubicBezTo>
                      <a:pt x="1" y="126"/>
                      <a:pt x="38" y="163"/>
                      <a:pt x="82" y="163"/>
                    </a:cubicBezTo>
                    <a:lnTo>
                      <a:pt x="339" y="163"/>
                    </a:lnTo>
                    <a:cubicBezTo>
                      <a:pt x="384" y="163"/>
                      <a:pt x="420" y="126"/>
                      <a:pt x="420" y="82"/>
                    </a:cubicBezTo>
                    <a:cubicBezTo>
                      <a:pt x="420" y="37"/>
                      <a:pt x="383" y="0"/>
                      <a:pt x="33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68"/>
              <p:cNvSpPr/>
              <p:nvPr/>
            </p:nvSpPr>
            <p:spPr>
              <a:xfrm>
                <a:off x="22130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8" y="0"/>
                    </a:moveTo>
                    <a:cubicBezTo>
                      <a:pt x="276" y="0"/>
                      <a:pt x="0" y="275"/>
                      <a:pt x="0" y="617"/>
                    </a:cubicBezTo>
                    <a:cubicBezTo>
                      <a:pt x="0" y="958"/>
                      <a:pt x="276" y="1234"/>
                      <a:pt x="618" y="1234"/>
                    </a:cubicBezTo>
                    <a:cubicBezTo>
                      <a:pt x="958" y="1234"/>
                      <a:pt x="1234" y="958"/>
                      <a:pt x="1234" y="617"/>
                    </a:cubicBezTo>
                    <a:cubicBezTo>
                      <a:pt x="1234" y="275"/>
                      <a:pt x="958" y="0"/>
                      <a:pt x="6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68"/>
              <p:cNvSpPr/>
              <p:nvPr/>
            </p:nvSpPr>
            <p:spPr>
              <a:xfrm>
                <a:off x="227515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3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68"/>
              <p:cNvSpPr/>
              <p:nvPr/>
            </p:nvSpPr>
            <p:spPr>
              <a:xfrm>
                <a:off x="2268150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68"/>
              <p:cNvSpPr/>
              <p:nvPr/>
            </p:nvSpPr>
            <p:spPr>
              <a:xfrm>
                <a:off x="2330300" y="2015325"/>
                <a:ext cx="10475" cy="4100"/>
              </a:xfrm>
              <a:custGeom>
                <a:rect b="b" l="l" r="r" t="t"/>
                <a:pathLst>
                  <a:path extrusionOk="0" h="164" w="419">
                    <a:moveTo>
                      <a:pt x="82" y="0"/>
                    </a:moveTo>
                    <a:cubicBezTo>
                      <a:pt x="37" y="0"/>
                      <a:pt x="0" y="37"/>
                      <a:pt x="0" y="82"/>
                    </a:cubicBezTo>
                    <a:cubicBezTo>
                      <a:pt x="0" y="126"/>
                      <a:pt x="37" y="163"/>
                      <a:pt x="82" y="163"/>
                    </a:cubicBezTo>
                    <a:lnTo>
                      <a:pt x="337" y="163"/>
                    </a:lnTo>
                    <a:cubicBezTo>
                      <a:pt x="384" y="163"/>
                      <a:pt x="419" y="126"/>
                      <a:pt x="419" y="82"/>
                    </a:cubicBezTo>
                    <a:cubicBezTo>
                      <a:pt x="419" y="37"/>
                      <a:pt x="382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68"/>
              <p:cNvSpPr/>
              <p:nvPr/>
            </p:nvSpPr>
            <p:spPr>
              <a:xfrm>
                <a:off x="2323325" y="2001950"/>
                <a:ext cx="30875" cy="30875"/>
              </a:xfrm>
              <a:custGeom>
                <a:rect b="b" l="l" r="r" t="t"/>
                <a:pathLst>
                  <a:path extrusionOk="0" h="1235" w="1235">
                    <a:moveTo>
                      <a:pt x="617" y="0"/>
                    </a:moveTo>
                    <a:cubicBezTo>
                      <a:pt x="277" y="0"/>
                      <a:pt x="1" y="277"/>
                      <a:pt x="1" y="617"/>
                    </a:cubicBezTo>
                    <a:cubicBezTo>
                      <a:pt x="1" y="957"/>
                      <a:pt x="277" y="1234"/>
                      <a:pt x="617" y="1234"/>
                    </a:cubicBezTo>
                    <a:cubicBezTo>
                      <a:pt x="959" y="1234"/>
                      <a:pt x="1235" y="957"/>
                      <a:pt x="1235" y="617"/>
                    </a:cubicBezTo>
                    <a:cubicBezTo>
                      <a:pt x="1235" y="277"/>
                      <a:pt x="959" y="0"/>
                      <a:pt x="6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68"/>
              <p:cNvSpPr/>
              <p:nvPr/>
            </p:nvSpPr>
            <p:spPr>
              <a:xfrm>
                <a:off x="1492450" y="2221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68"/>
              <p:cNvSpPr/>
              <p:nvPr/>
            </p:nvSpPr>
            <p:spPr>
              <a:xfrm>
                <a:off x="2638300" y="21174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1"/>
                    </a:moveTo>
                    <a:cubicBezTo>
                      <a:pt x="923" y="1"/>
                      <a:pt x="642" y="108"/>
                      <a:pt x="428" y="321"/>
                    </a:cubicBezTo>
                    <a:cubicBezTo>
                      <a:pt x="1" y="750"/>
                      <a:pt x="1" y="1443"/>
                      <a:pt x="428" y="1870"/>
                    </a:cubicBezTo>
                    <a:cubicBezTo>
                      <a:pt x="642" y="2085"/>
                      <a:pt x="923" y="2192"/>
                      <a:pt x="1203" y="2192"/>
                    </a:cubicBezTo>
                    <a:cubicBezTo>
                      <a:pt x="1483" y="2192"/>
                      <a:pt x="1764" y="2085"/>
                      <a:pt x="1977" y="1870"/>
                    </a:cubicBezTo>
                    <a:cubicBezTo>
                      <a:pt x="2406" y="1443"/>
                      <a:pt x="2406" y="750"/>
                      <a:pt x="1977" y="321"/>
                    </a:cubicBezTo>
                    <a:cubicBezTo>
                      <a:pt x="1764" y="108"/>
                      <a:pt x="1483" y="1"/>
                      <a:pt x="1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68"/>
              <p:cNvSpPr/>
              <p:nvPr/>
            </p:nvSpPr>
            <p:spPr>
              <a:xfrm>
                <a:off x="1723875" y="1989975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3" y="0"/>
                      <a:pt x="642" y="108"/>
                      <a:pt x="428" y="322"/>
                    </a:cubicBezTo>
                    <a:cubicBezTo>
                      <a:pt x="1" y="749"/>
                      <a:pt x="1" y="1443"/>
                      <a:pt x="428" y="1871"/>
                    </a:cubicBezTo>
                    <a:cubicBezTo>
                      <a:pt x="642" y="2085"/>
                      <a:pt x="923" y="2191"/>
                      <a:pt x="1203" y="2191"/>
                    </a:cubicBezTo>
                    <a:cubicBezTo>
                      <a:pt x="1483" y="2191"/>
                      <a:pt x="1764" y="2085"/>
                      <a:pt x="1977" y="1871"/>
                    </a:cubicBezTo>
                    <a:cubicBezTo>
                      <a:pt x="2406" y="1443"/>
                      <a:pt x="2406" y="749"/>
                      <a:pt x="1977" y="322"/>
                    </a:cubicBezTo>
                    <a:cubicBezTo>
                      <a:pt x="1764" y="108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68"/>
              <p:cNvSpPr/>
              <p:nvPr/>
            </p:nvSpPr>
            <p:spPr>
              <a:xfrm>
                <a:off x="2381475" y="2401600"/>
                <a:ext cx="60150" cy="54800"/>
              </a:xfrm>
              <a:custGeom>
                <a:rect b="b" l="l" r="r" t="t"/>
                <a:pathLst>
                  <a:path extrusionOk="0" h="2192" w="2406">
                    <a:moveTo>
                      <a:pt x="1203" y="0"/>
                    </a:moveTo>
                    <a:cubicBezTo>
                      <a:pt x="922" y="0"/>
                      <a:pt x="642" y="107"/>
                      <a:pt x="428" y="322"/>
                    </a:cubicBezTo>
                    <a:cubicBezTo>
                      <a:pt x="0" y="749"/>
                      <a:pt x="0" y="1442"/>
                      <a:pt x="428" y="1871"/>
                    </a:cubicBezTo>
                    <a:cubicBezTo>
                      <a:pt x="642" y="2084"/>
                      <a:pt x="922" y="2191"/>
                      <a:pt x="1203" y="2191"/>
                    </a:cubicBezTo>
                    <a:cubicBezTo>
                      <a:pt x="1483" y="2191"/>
                      <a:pt x="1763" y="2084"/>
                      <a:pt x="1977" y="1871"/>
                    </a:cubicBezTo>
                    <a:cubicBezTo>
                      <a:pt x="2405" y="1442"/>
                      <a:pt x="2405" y="749"/>
                      <a:pt x="1977" y="322"/>
                    </a:cubicBezTo>
                    <a:cubicBezTo>
                      <a:pt x="1763" y="107"/>
                      <a:pt x="1483" y="0"/>
                      <a:pt x="12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68"/>
              <p:cNvSpPr/>
              <p:nvPr/>
            </p:nvSpPr>
            <p:spPr>
              <a:xfrm>
                <a:off x="1972525" y="1990000"/>
                <a:ext cx="54775" cy="54775"/>
              </a:xfrm>
              <a:custGeom>
                <a:rect b="b" l="l" r="r" t="t"/>
                <a:pathLst>
                  <a:path extrusionOk="0" h="2191" w="2191">
                    <a:moveTo>
                      <a:pt x="1096" y="0"/>
                    </a:moveTo>
                    <a:cubicBezTo>
                      <a:pt x="490" y="0"/>
                      <a:pt x="0" y="490"/>
                      <a:pt x="0" y="1095"/>
                    </a:cubicBezTo>
                    <a:cubicBezTo>
                      <a:pt x="0" y="1699"/>
                      <a:pt x="490" y="2191"/>
                      <a:pt x="1096" y="2191"/>
                    </a:cubicBezTo>
                    <a:cubicBezTo>
                      <a:pt x="1700" y="2191"/>
                      <a:pt x="2191" y="1699"/>
                      <a:pt x="2191" y="1095"/>
                    </a:cubicBezTo>
                    <a:cubicBezTo>
                      <a:pt x="2191" y="490"/>
                      <a:pt x="1700" y="0"/>
                      <a:pt x="10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68"/>
              <p:cNvSpPr/>
              <p:nvPr/>
            </p:nvSpPr>
            <p:spPr>
              <a:xfrm>
                <a:off x="2506375" y="2248775"/>
                <a:ext cx="68525" cy="93100"/>
              </a:xfrm>
              <a:custGeom>
                <a:rect b="b" l="l" r="r" t="t"/>
                <a:pathLst>
                  <a:path extrusionOk="0" h="3724" w="2741">
                    <a:moveTo>
                      <a:pt x="1" y="1"/>
                    </a:moveTo>
                    <a:lnTo>
                      <a:pt x="1111" y="1861"/>
                    </a:lnTo>
                    <a:lnTo>
                      <a:pt x="1" y="3723"/>
                    </a:lnTo>
                    <a:lnTo>
                      <a:pt x="1630" y="3723"/>
                    </a:lnTo>
                    <a:lnTo>
                      <a:pt x="2740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68"/>
              <p:cNvSpPr/>
              <p:nvPr/>
            </p:nvSpPr>
            <p:spPr>
              <a:xfrm>
                <a:off x="2620550" y="2248775"/>
                <a:ext cx="68550" cy="93100"/>
              </a:xfrm>
              <a:custGeom>
                <a:rect b="b" l="l" r="r" t="t"/>
                <a:pathLst>
                  <a:path extrusionOk="0" h="3724" w="2742">
                    <a:moveTo>
                      <a:pt x="1" y="1"/>
                    </a:moveTo>
                    <a:lnTo>
                      <a:pt x="1111" y="1861"/>
                    </a:lnTo>
                    <a:lnTo>
                      <a:pt x="1" y="3723"/>
                    </a:lnTo>
                    <a:lnTo>
                      <a:pt x="1630" y="3723"/>
                    </a:lnTo>
                    <a:lnTo>
                      <a:pt x="2742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68"/>
              <p:cNvSpPr/>
              <p:nvPr/>
            </p:nvSpPr>
            <p:spPr>
              <a:xfrm>
                <a:off x="2734800" y="2248775"/>
                <a:ext cx="68500" cy="93100"/>
              </a:xfrm>
              <a:custGeom>
                <a:rect b="b" l="l" r="r" t="t"/>
                <a:pathLst>
                  <a:path extrusionOk="0" h="3724" w="2740">
                    <a:moveTo>
                      <a:pt x="0" y="1"/>
                    </a:moveTo>
                    <a:lnTo>
                      <a:pt x="1110" y="1861"/>
                    </a:lnTo>
                    <a:lnTo>
                      <a:pt x="0" y="3723"/>
                    </a:lnTo>
                    <a:lnTo>
                      <a:pt x="1629" y="3723"/>
                    </a:lnTo>
                    <a:lnTo>
                      <a:pt x="2740" y="1861"/>
                    </a:lnTo>
                    <a:lnTo>
                      <a:pt x="16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68"/>
              <p:cNvSpPr/>
              <p:nvPr/>
            </p:nvSpPr>
            <p:spPr>
              <a:xfrm>
                <a:off x="2848975" y="2248775"/>
                <a:ext cx="68525" cy="93100"/>
              </a:xfrm>
              <a:custGeom>
                <a:rect b="b" l="l" r="r" t="t"/>
                <a:pathLst>
                  <a:path extrusionOk="0" h="3724" w="2741">
                    <a:moveTo>
                      <a:pt x="0" y="1"/>
                    </a:moveTo>
                    <a:lnTo>
                      <a:pt x="1110" y="1861"/>
                    </a:lnTo>
                    <a:lnTo>
                      <a:pt x="0" y="3723"/>
                    </a:lnTo>
                    <a:lnTo>
                      <a:pt x="1631" y="3723"/>
                    </a:lnTo>
                    <a:lnTo>
                      <a:pt x="2741" y="1861"/>
                    </a:lnTo>
                    <a:lnTo>
                      <a:pt x="16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68"/>
              <p:cNvSpPr/>
              <p:nvPr/>
            </p:nvSpPr>
            <p:spPr>
              <a:xfrm>
                <a:off x="2963175" y="2248775"/>
                <a:ext cx="68500" cy="93100"/>
              </a:xfrm>
              <a:custGeom>
                <a:rect b="b" l="l" r="r" t="t"/>
                <a:pathLst>
                  <a:path extrusionOk="0" h="3724" w="2740">
                    <a:moveTo>
                      <a:pt x="0" y="1"/>
                    </a:moveTo>
                    <a:lnTo>
                      <a:pt x="1111" y="1861"/>
                    </a:lnTo>
                    <a:lnTo>
                      <a:pt x="0" y="3723"/>
                    </a:lnTo>
                    <a:lnTo>
                      <a:pt x="1630" y="3723"/>
                    </a:lnTo>
                    <a:lnTo>
                      <a:pt x="2740" y="1861"/>
                    </a:lnTo>
                    <a:lnTo>
                      <a:pt x="16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68"/>
              <p:cNvSpPr/>
              <p:nvPr/>
            </p:nvSpPr>
            <p:spPr>
              <a:xfrm>
                <a:off x="3077375" y="2248775"/>
                <a:ext cx="68550" cy="93100"/>
              </a:xfrm>
              <a:custGeom>
                <a:rect b="b" l="l" r="r" t="t"/>
                <a:pathLst>
                  <a:path extrusionOk="0" h="3724" w="2742">
                    <a:moveTo>
                      <a:pt x="1" y="1"/>
                    </a:moveTo>
                    <a:lnTo>
                      <a:pt x="1112" y="1861"/>
                    </a:lnTo>
                    <a:lnTo>
                      <a:pt x="1" y="3723"/>
                    </a:lnTo>
                    <a:lnTo>
                      <a:pt x="1631" y="3723"/>
                    </a:lnTo>
                    <a:lnTo>
                      <a:pt x="2741" y="1861"/>
                    </a:lnTo>
                    <a:lnTo>
                      <a:pt x="16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chibsted Grotesk"/>
              <a:buNone/>
              <a:defRPr b="0" i="0" sz="3000" u="none" cap="none" strike="noStrike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chibsted Grotesk"/>
              <a:buNone/>
              <a:defRPr b="0" i="0" sz="3000" u="none" cap="none" strike="noStrike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chibsted Grotesk"/>
              <a:buNone/>
              <a:defRPr b="0" i="0" sz="3000" u="none" cap="none" strike="noStrike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chibsted Grotesk"/>
              <a:buNone/>
              <a:defRPr b="0" i="0" sz="3000" u="none" cap="none" strike="noStrike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chibsted Grotesk"/>
              <a:buNone/>
              <a:defRPr b="0" i="0" sz="3000" u="none" cap="none" strike="noStrike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chibsted Grotesk"/>
              <a:buNone/>
              <a:defRPr b="0" i="0" sz="3000" u="none" cap="none" strike="noStrike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chibsted Grotesk"/>
              <a:buNone/>
              <a:defRPr b="0" i="0" sz="3000" u="none" cap="none" strike="noStrike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chibsted Grotesk"/>
              <a:buNone/>
              <a:defRPr b="0" i="0" sz="3000" u="none" cap="none" strike="noStrike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chibsted Grotesk"/>
              <a:buNone/>
              <a:defRPr b="0" i="0" sz="3000" u="none" cap="none" strike="noStrike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b="0" i="0" sz="12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4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Relationship Id="rId4" Type="http://schemas.openxmlformats.org/officeDocument/2006/relationships/image" Target="../media/image17.png"/><Relationship Id="rId5" Type="http://schemas.openxmlformats.org/officeDocument/2006/relationships/image" Target="../media/image85.png"/><Relationship Id="rId6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7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53.png"/><Relationship Id="rId13" Type="http://schemas.openxmlformats.org/officeDocument/2006/relationships/image" Target="../media/image26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0.png"/><Relationship Id="rId4" Type="http://schemas.openxmlformats.org/officeDocument/2006/relationships/image" Target="../media/image60.png"/><Relationship Id="rId9" Type="http://schemas.openxmlformats.org/officeDocument/2006/relationships/image" Target="../media/image58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Relationship Id="rId8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0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44.png"/><Relationship Id="rId11" Type="http://schemas.openxmlformats.org/officeDocument/2006/relationships/image" Target="../media/image54.png"/><Relationship Id="rId22" Type="http://schemas.openxmlformats.org/officeDocument/2006/relationships/image" Target="../media/image50.png"/><Relationship Id="rId10" Type="http://schemas.openxmlformats.org/officeDocument/2006/relationships/image" Target="../media/image37.png"/><Relationship Id="rId21" Type="http://schemas.openxmlformats.org/officeDocument/2006/relationships/image" Target="../media/image48.png"/><Relationship Id="rId13" Type="http://schemas.openxmlformats.org/officeDocument/2006/relationships/image" Target="../media/image36.png"/><Relationship Id="rId12" Type="http://schemas.openxmlformats.org/officeDocument/2006/relationships/image" Target="../media/image55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1.png"/><Relationship Id="rId4" Type="http://schemas.openxmlformats.org/officeDocument/2006/relationships/image" Target="../media/image84.png"/><Relationship Id="rId9" Type="http://schemas.openxmlformats.org/officeDocument/2006/relationships/image" Target="../media/image35.png"/><Relationship Id="rId15" Type="http://schemas.openxmlformats.org/officeDocument/2006/relationships/image" Target="../media/image39.png"/><Relationship Id="rId14" Type="http://schemas.openxmlformats.org/officeDocument/2006/relationships/image" Target="../media/image38.png"/><Relationship Id="rId17" Type="http://schemas.openxmlformats.org/officeDocument/2006/relationships/image" Target="../media/image41.png"/><Relationship Id="rId16" Type="http://schemas.openxmlformats.org/officeDocument/2006/relationships/image" Target="../media/image40.png"/><Relationship Id="rId5" Type="http://schemas.openxmlformats.org/officeDocument/2006/relationships/image" Target="../media/image33.png"/><Relationship Id="rId19" Type="http://schemas.openxmlformats.org/officeDocument/2006/relationships/image" Target="../media/image46.png"/><Relationship Id="rId6" Type="http://schemas.openxmlformats.org/officeDocument/2006/relationships/image" Target="../media/image32.png"/><Relationship Id="rId18" Type="http://schemas.openxmlformats.org/officeDocument/2006/relationships/image" Target="../media/image42.png"/><Relationship Id="rId7" Type="http://schemas.openxmlformats.org/officeDocument/2006/relationships/image" Target="../media/image31.png"/><Relationship Id="rId8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jpg"/><Relationship Id="rId4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2.png"/><Relationship Id="rId4" Type="http://schemas.openxmlformats.org/officeDocument/2006/relationships/image" Target="../media/image83.png"/><Relationship Id="rId5" Type="http://schemas.openxmlformats.org/officeDocument/2006/relationships/image" Target="../media/image59.png"/><Relationship Id="rId6" Type="http://schemas.openxmlformats.org/officeDocument/2006/relationships/image" Target="../media/image57.png"/><Relationship Id="rId7" Type="http://schemas.openxmlformats.org/officeDocument/2006/relationships/image" Target="../media/image56.png"/><Relationship Id="rId8" Type="http://schemas.openxmlformats.org/officeDocument/2006/relationships/image" Target="../media/image64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5.png"/><Relationship Id="rId4" Type="http://schemas.openxmlformats.org/officeDocument/2006/relationships/image" Target="../media/image61.jpg"/><Relationship Id="rId9" Type="http://schemas.openxmlformats.org/officeDocument/2006/relationships/image" Target="../media/image68.jpg"/><Relationship Id="rId5" Type="http://schemas.openxmlformats.org/officeDocument/2006/relationships/image" Target="../media/image62.jpg"/><Relationship Id="rId6" Type="http://schemas.openxmlformats.org/officeDocument/2006/relationships/image" Target="../media/image63.jpg"/><Relationship Id="rId7" Type="http://schemas.openxmlformats.org/officeDocument/2006/relationships/image" Target="../media/image66.jpg"/><Relationship Id="rId8" Type="http://schemas.openxmlformats.org/officeDocument/2006/relationships/image" Target="../media/image6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8.png"/><Relationship Id="rId4" Type="http://schemas.openxmlformats.org/officeDocument/2006/relationships/image" Target="../media/image9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7.png"/><Relationship Id="rId4" Type="http://schemas.openxmlformats.org/officeDocument/2006/relationships/image" Target="../media/image8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5.png"/><Relationship Id="rId4" Type="http://schemas.openxmlformats.org/officeDocument/2006/relationships/image" Target="../media/image74.png"/><Relationship Id="rId5" Type="http://schemas.openxmlformats.org/officeDocument/2006/relationships/hyperlink" Target="http://drive.google.com/file/d/12MywINskzYvXJFvuxzM3LFDki7HCrGTK/view" TargetMode="External"/><Relationship Id="rId6" Type="http://schemas.openxmlformats.org/officeDocument/2006/relationships/image" Target="../media/image75.jpg"/><Relationship Id="rId7" Type="http://schemas.openxmlformats.org/officeDocument/2006/relationships/hyperlink" Target="http://drive.google.com/file/d/1AGTMdCCfLTLfrHFHQcP_eeg-bMo8zh26/view" TargetMode="External"/><Relationship Id="rId8" Type="http://schemas.openxmlformats.org/officeDocument/2006/relationships/image" Target="../media/image76.jp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78.gif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Relationship Id="rId5" Type="http://schemas.openxmlformats.org/officeDocument/2006/relationships/hyperlink" Target="https://drive.google.com/drive/u/2/folders/1F1T2SoVUn1VvKSCIAzpeA7xjXK6jp2TT" TargetMode="External"/><Relationship Id="rId6" Type="http://schemas.openxmlformats.org/officeDocument/2006/relationships/image" Target="../media/image73.png"/><Relationship Id="rId7" Type="http://schemas.openxmlformats.org/officeDocument/2006/relationships/hyperlink" Target="https://drive.google.com/drive/u/2/folders/1wWumOuOrQ3ThGHDhK4IpxRZln_1zoFYC" TargetMode="External"/><Relationship Id="rId8" Type="http://schemas.openxmlformats.org/officeDocument/2006/relationships/hyperlink" Target="https://drive.google.com/drive/u/2/folders/1DFgRZ7CPcMEnwYdHWmFmvCou54Oe2syA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5.png"/><Relationship Id="rId4" Type="http://schemas.openxmlformats.org/officeDocument/2006/relationships/image" Target="../media/image79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</file>

<file path=ppt/slides/_rels/slide19.xml.rels><?xml version="1.0" encoding="UTF-8" standalone="yes"?><Relationships xmlns="http://schemas.openxmlformats.org/package/2006/relationships"><Relationship Id="rId10" Type="http://schemas.openxmlformats.org/officeDocument/2006/relationships/image" Target="../media/image89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Relationship Id="rId4" Type="http://schemas.openxmlformats.org/officeDocument/2006/relationships/image" Target="../media/image97.png"/><Relationship Id="rId9" Type="http://schemas.openxmlformats.org/officeDocument/2006/relationships/image" Target="../media/image95.png"/><Relationship Id="rId5" Type="http://schemas.openxmlformats.org/officeDocument/2006/relationships/image" Target="../media/image91.png"/><Relationship Id="rId6" Type="http://schemas.openxmlformats.org/officeDocument/2006/relationships/image" Target="../media/image90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"/>
          <p:cNvSpPr txBox="1"/>
          <p:nvPr>
            <p:ph type="ctrTitle"/>
          </p:nvPr>
        </p:nvSpPr>
        <p:spPr>
          <a:xfrm>
            <a:off x="3467100" y="1023525"/>
            <a:ext cx="4963800" cy="26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Capstone</a:t>
            </a:r>
            <a:br>
              <a:rPr lang="en"/>
            </a:br>
            <a:r>
              <a:rPr b="1" lang="en"/>
              <a:t>Tropezon News</a:t>
            </a:r>
            <a:endParaRPr b="1"/>
          </a:p>
        </p:txBody>
      </p:sp>
      <p:sp>
        <p:nvSpPr>
          <p:cNvPr id="654" name="Google Shape;654;p1"/>
          <p:cNvSpPr txBox="1"/>
          <p:nvPr>
            <p:ph idx="1" type="subTitle"/>
          </p:nvPr>
        </p:nvSpPr>
        <p:spPr>
          <a:xfrm>
            <a:off x="3467100" y="3644175"/>
            <a:ext cx="4963800" cy="113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“</a:t>
            </a:r>
            <a:r>
              <a:rPr lang="en"/>
              <a:t>Tropezón evolucionar un simple diario a un apoyo comunitario donde cada vecino se sienta identificado y tenga voz para sus propias noticias</a:t>
            </a:r>
            <a:r>
              <a:rPr lang="en" sz="120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>
              <a:solidFill>
                <a:srgbClr val="191919"/>
              </a:solidFill>
            </a:endParaRPr>
          </a:p>
        </p:txBody>
      </p:sp>
      <p:pic>
        <p:nvPicPr>
          <p:cNvPr id="655" name="Google Shape;655;p1" title="FOOTER-SIN-LOG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00" y="68775"/>
            <a:ext cx="2189727" cy="727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1" title="LOGO-TROPEZO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75" y="-42711"/>
            <a:ext cx="2232775" cy="950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657" name="Google Shape;65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6863" y="68787"/>
            <a:ext cx="2286864" cy="571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"/>
          <p:cNvSpPr txBox="1"/>
          <p:nvPr>
            <p:ph type="title"/>
          </p:nvPr>
        </p:nvSpPr>
        <p:spPr>
          <a:xfrm>
            <a:off x="810250" y="292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3500"/>
              <a:t>Contenidos</a:t>
            </a:r>
            <a:endParaRPr b="1" sz="3500"/>
          </a:p>
        </p:txBody>
      </p:sp>
      <p:sp>
        <p:nvSpPr>
          <p:cNvPr id="663" name="Google Shape;663;p3"/>
          <p:cNvSpPr txBox="1"/>
          <p:nvPr>
            <p:ph idx="2" type="title"/>
          </p:nvPr>
        </p:nvSpPr>
        <p:spPr>
          <a:xfrm>
            <a:off x="574213" y="1267796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64" name="Google Shape;664;p3"/>
          <p:cNvSpPr txBox="1"/>
          <p:nvPr>
            <p:ph idx="3" type="title"/>
          </p:nvPr>
        </p:nvSpPr>
        <p:spPr>
          <a:xfrm>
            <a:off x="574225" y="3015191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65" name="Google Shape;665;p3"/>
          <p:cNvSpPr txBox="1"/>
          <p:nvPr>
            <p:ph idx="4" type="title"/>
          </p:nvPr>
        </p:nvSpPr>
        <p:spPr>
          <a:xfrm>
            <a:off x="2638075" y="1267796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66" name="Google Shape;666;p3"/>
          <p:cNvSpPr txBox="1"/>
          <p:nvPr>
            <p:ph idx="5" type="title"/>
          </p:nvPr>
        </p:nvSpPr>
        <p:spPr>
          <a:xfrm>
            <a:off x="2490163" y="3015191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667" name="Google Shape;667;p3"/>
          <p:cNvSpPr txBox="1"/>
          <p:nvPr>
            <p:ph idx="6" type="title"/>
          </p:nvPr>
        </p:nvSpPr>
        <p:spPr>
          <a:xfrm>
            <a:off x="4121938" y="1267796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68" name="Google Shape;668;p3"/>
          <p:cNvSpPr txBox="1"/>
          <p:nvPr>
            <p:ph idx="7" type="title"/>
          </p:nvPr>
        </p:nvSpPr>
        <p:spPr>
          <a:xfrm>
            <a:off x="4669000" y="3066366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669" name="Google Shape;669;p3"/>
          <p:cNvSpPr txBox="1"/>
          <p:nvPr>
            <p:ph idx="1" type="subTitle"/>
          </p:nvPr>
        </p:nvSpPr>
        <p:spPr>
          <a:xfrm>
            <a:off x="54575" y="2014126"/>
            <a:ext cx="1828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Equipo de Trabajo</a:t>
            </a:r>
            <a:endParaRPr sz="1500"/>
          </a:p>
        </p:txBody>
      </p:sp>
      <p:sp>
        <p:nvSpPr>
          <p:cNvPr id="670" name="Google Shape;670;p3"/>
          <p:cNvSpPr txBox="1"/>
          <p:nvPr>
            <p:ph idx="8" type="subTitle"/>
          </p:nvPr>
        </p:nvSpPr>
        <p:spPr>
          <a:xfrm>
            <a:off x="2053200" y="1997150"/>
            <a:ext cx="178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Contexto del Caso</a:t>
            </a:r>
            <a:endParaRPr sz="1500"/>
          </a:p>
        </p:txBody>
      </p:sp>
      <p:sp>
        <p:nvSpPr>
          <p:cNvPr id="671" name="Google Shape;671;p3"/>
          <p:cNvSpPr txBox="1"/>
          <p:nvPr>
            <p:ph idx="9" type="subTitle"/>
          </p:nvPr>
        </p:nvSpPr>
        <p:spPr>
          <a:xfrm>
            <a:off x="3619275" y="1995338"/>
            <a:ext cx="1999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Alcance y Beneficios Esperados</a:t>
            </a:r>
            <a:endParaRPr sz="1400"/>
          </a:p>
        </p:txBody>
      </p:sp>
      <p:sp>
        <p:nvSpPr>
          <p:cNvPr id="672" name="Google Shape;672;p3"/>
          <p:cNvSpPr txBox="1"/>
          <p:nvPr>
            <p:ph idx="13" type="subTitle"/>
          </p:nvPr>
        </p:nvSpPr>
        <p:spPr>
          <a:xfrm>
            <a:off x="125800" y="3745525"/>
            <a:ext cx="15270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Propuesta Técnica y Modelo de Datos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500"/>
          </a:p>
        </p:txBody>
      </p:sp>
      <p:sp>
        <p:nvSpPr>
          <p:cNvPr id="673" name="Google Shape;673;p3"/>
          <p:cNvSpPr txBox="1"/>
          <p:nvPr>
            <p:ph idx="14" type="subTitle"/>
          </p:nvPr>
        </p:nvSpPr>
        <p:spPr>
          <a:xfrm>
            <a:off x="1819525" y="3745550"/>
            <a:ext cx="21669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Leyes y ISO</a:t>
            </a:r>
            <a:endParaRPr/>
          </a:p>
        </p:txBody>
      </p:sp>
      <p:sp>
        <p:nvSpPr>
          <p:cNvPr id="674" name="Google Shape;674;p3"/>
          <p:cNvSpPr txBox="1"/>
          <p:nvPr>
            <p:ph idx="15" type="subTitle"/>
          </p:nvPr>
        </p:nvSpPr>
        <p:spPr>
          <a:xfrm>
            <a:off x="4121938" y="3860575"/>
            <a:ext cx="1828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Modelos y Diagramas</a:t>
            </a:r>
            <a:endParaRPr/>
          </a:p>
        </p:txBody>
      </p:sp>
      <p:grpSp>
        <p:nvGrpSpPr>
          <p:cNvPr id="675" name="Google Shape;675;p3"/>
          <p:cNvGrpSpPr/>
          <p:nvPr/>
        </p:nvGrpSpPr>
        <p:grpSpPr>
          <a:xfrm>
            <a:off x="1468938" y="1532700"/>
            <a:ext cx="926975" cy="177800"/>
            <a:chOff x="4561725" y="1146400"/>
            <a:chExt cx="926975" cy="177800"/>
          </a:xfrm>
        </p:grpSpPr>
        <p:sp>
          <p:nvSpPr>
            <p:cNvPr id="676" name="Google Shape;676;p3"/>
            <p:cNvSpPr/>
            <p:nvPr/>
          </p:nvSpPr>
          <p:spPr>
            <a:xfrm>
              <a:off x="4561725" y="1146400"/>
              <a:ext cx="284925" cy="177800"/>
            </a:xfrm>
            <a:custGeom>
              <a:rect b="b" l="l" r="r" t="t"/>
              <a:pathLst>
                <a:path extrusionOk="0" h="7112" w="11397">
                  <a:moveTo>
                    <a:pt x="1" y="0"/>
                  </a:moveTo>
                  <a:lnTo>
                    <a:pt x="6853" y="7111"/>
                  </a:lnTo>
                  <a:lnTo>
                    <a:pt x="11396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4775700" y="1146400"/>
              <a:ext cx="284975" cy="177800"/>
            </a:xfrm>
            <a:custGeom>
              <a:rect b="b" l="l" r="r" t="t"/>
              <a:pathLst>
                <a:path extrusionOk="0" h="7112" w="11399">
                  <a:moveTo>
                    <a:pt x="1" y="0"/>
                  </a:moveTo>
                  <a:lnTo>
                    <a:pt x="6855" y="7111"/>
                  </a:lnTo>
                  <a:lnTo>
                    <a:pt x="11398" y="7111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4989750" y="1146400"/>
              <a:ext cx="284950" cy="177800"/>
            </a:xfrm>
            <a:custGeom>
              <a:rect b="b" l="l" r="r" t="t"/>
              <a:pathLst>
                <a:path extrusionOk="0" h="7112" w="11398">
                  <a:moveTo>
                    <a:pt x="0" y="0"/>
                  </a:moveTo>
                  <a:lnTo>
                    <a:pt x="6855" y="7111"/>
                  </a:lnTo>
                  <a:lnTo>
                    <a:pt x="11398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5203775" y="1146400"/>
              <a:ext cx="284925" cy="177800"/>
            </a:xfrm>
            <a:custGeom>
              <a:rect b="b" l="l" r="r" t="t"/>
              <a:pathLst>
                <a:path extrusionOk="0" h="7112" w="11397">
                  <a:moveTo>
                    <a:pt x="0" y="0"/>
                  </a:moveTo>
                  <a:lnTo>
                    <a:pt x="6855" y="7111"/>
                  </a:lnTo>
                  <a:lnTo>
                    <a:pt x="11397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0" name="Google Shape;680;p3"/>
          <p:cNvGrpSpPr/>
          <p:nvPr/>
        </p:nvGrpSpPr>
        <p:grpSpPr>
          <a:xfrm>
            <a:off x="3565625" y="3292000"/>
            <a:ext cx="926975" cy="177800"/>
            <a:chOff x="4561725" y="1146400"/>
            <a:chExt cx="926975" cy="177800"/>
          </a:xfrm>
        </p:grpSpPr>
        <p:sp>
          <p:nvSpPr>
            <p:cNvPr id="681" name="Google Shape;681;p3"/>
            <p:cNvSpPr/>
            <p:nvPr/>
          </p:nvSpPr>
          <p:spPr>
            <a:xfrm>
              <a:off x="4561725" y="1146400"/>
              <a:ext cx="284925" cy="177800"/>
            </a:xfrm>
            <a:custGeom>
              <a:rect b="b" l="l" r="r" t="t"/>
              <a:pathLst>
                <a:path extrusionOk="0" h="7112" w="11397">
                  <a:moveTo>
                    <a:pt x="1" y="0"/>
                  </a:moveTo>
                  <a:lnTo>
                    <a:pt x="6853" y="7111"/>
                  </a:lnTo>
                  <a:lnTo>
                    <a:pt x="11396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4775700" y="1146400"/>
              <a:ext cx="284975" cy="177800"/>
            </a:xfrm>
            <a:custGeom>
              <a:rect b="b" l="l" r="r" t="t"/>
              <a:pathLst>
                <a:path extrusionOk="0" h="7112" w="11399">
                  <a:moveTo>
                    <a:pt x="1" y="0"/>
                  </a:moveTo>
                  <a:lnTo>
                    <a:pt x="6855" y="7111"/>
                  </a:lnTo>
                  <a:lnTo>
                    <a:pt x="11398" y="7111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4989750" y="1146400"/>
              <a:ext cx="284950" cy="177800"/>
            </a:xfrm>
            <a:custGeom>
              <a:rect b="b" l="l" r="r" t="t"/>
              <a:pathLst>
                <a:path extrusionOk="0" h="7112" w="11398">
                  <a:moveTo>
                    <a:pt x="0" y="0"/>
                  </a:moveTo>
                  <a:lnTo>
                    <a:pt x="6855" y="7111"/>
                  </a:lnTo>
                  <a:lnTo>
                    <a:pt x="11398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5203775" y="1146400"/>
              <a:ext cx="284925" cy="177800"/>
            </a:xfrm>
            <a:custGeom>
              <a:rect b="b" l="l" r="r" t="t"/>
              <a:pathLst>
                <a:path extrusionOk="0" h="7112" w="11397">
                  <a:moveTo>
                    <a:pt x="0" y="0"/>
                  </a:moveTo>
                  <a:lnTo>
                    <a:pt x="6855" y="7111"/>
                  </a:lnTo>
                  <a:lnTo>
                    <a:pt x="11397" y="711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5" name="Google Shape;685;p3"/>
          <p:cNvSpPr txBox="1"/>
          <p:nvPr>
            <p:ph idx="6" type="title"/>
          </p:nvPr>
        </p:nvSpPr>
        <p:spPr>
          <a:xfrm>
            <a:off x="5950738" y="1255896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86" name="Google Shape;686;p3"/>
          <p:cNvSpPr txBox="1"/>
          <p:nvPr>
            <p:ph idx="9" type="subTitle"/>
          </p:nvPr>
        </p:nvSpPr>
        <p:spPr>
          <a:xfrm>
            <a:off x="5296425" y="1995350"/>
            <a:ext cx="1999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/>
              <a:t>Metodología</a:t>
            </a:r>
            <a:r>
              <a:rPr lang="en" sz="1400"/>
              <a:t> Utilizada</a:t>
            </a:r>
            <a:endParaRPr sz="1400"/>
          </a:p>
        </p:txBody>
      </p:sp>
      <p:sp>
        <p:nvSpPr>
          <p:cNvPr id="687" name="Google Shape;687;p3"/>
          <p:cNvSpPr txBox="1"/>
          <p:nvPr>
            <p:ph idx="7" type="title"/>
          </p:nvPr>
        </p:nvSpPr>
        <p:spPr>
          <a:xfrm>
            <a:off x="6223675" y="3066366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688" name="Google Shape;688;p3"/>
          <p:cNvSpPr txBox="1"/>
          <p:nvPr>
            <p:ph idx="15" type="subTitle"/>
          </p:nvPr>
        </p:nvSpPr>
        <p:spPr>
          <a:xfrm>
            <a:off x="5676625" y="3860575"/>
            <a:ext cx="14100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Evidencias y Resultados</a:t>
            </a:r>
            <a:endParaRPr/>
          </a:p>
        </p:txBody>
      </p:sp>
      <p:sp>
        <p:nvSpPr>
          <p:cNvPr id="689" name="Google Shape;689;p3"/>
          <p:cNvSpPr txBox="1"/>
          <p:nvPr>
            <p:ph idx="3" type="title"/>
          </p:nvPr>
        </p:nvSpPr>
        <p:spPr>
          <a:xfrm>
            <a:off x="7779550" y="1267791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90" name="Google Shape;690;p3"/>
          <p:cNvSpPr txBox="1"/>
          <p:nvPr>
            <p:ph idx="13" type="subTitle"/>
          </p:nvPr>
        </p:nvSpPr>
        <p:spPr>
          <a:xfrm>
            <a:off x="7180013" y="1995350"/>
            <a:ext cx="1828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Cronograma</a:t>
            </a:r>
            <a:endParaRPr sz="1500"/>
          </a:p>
        </p:txBody>
      </p:sp>
      <p:sp>
        <p:nvSpPr>
          <p:cNvPr id="691" name="Google Shape;691;p3"/>
          <p:cNvSpPr txBox="1"/>
          <p:nvPr>
            <p:ph idx="7" type="title"/>
          </p:nvPr>
        </p:nvSpPr>
        <p:spPr>
          <a:xfrm>
            <a:off x="7727075" y="3066366"/>
            <a:ext cx="7347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92" name="Google Shape;692;p3"/>
          <p:cNvSpPr txBox="1"/>
          <p:nvPr>
            <p:ph idx="15" type="subTitle"/>
          </p:nvPr>
        </p:nvSpPr>
        <p:spPr>
          <a:xfrm>
            <a:off x="7232488" y="3860575"/>
            <a:ext cx="1828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Retrospectiva y Proyecciones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ae54f211d1_0_11"/>
          <p:cNvSpPr txBox="1"/>
          <p:nvPr>
            <p:ph type="title"/>
          </p:nvPr>
        </p:nvSpPr>
        <p:spPr>
          <a:xfrm>
            <a:off x="1789850" y="213425"/>
            <a:ext cx="5625600" cy="15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3800"/>
              <a:t>Integrantes Del Proyecto</a:t>
            </a:r>
            <a:endParaRPr b="1" sz="3800"/>
          </a:p>
        </p:txBody>
      </p:sp>
      <p:sp>
        <p:nvSpPr>
          <p:cNvPr id="698" name="Google Shape;698;g3ae54f211d1_0_11"/>
          <p:cNvSpPr txBox="1"/>
          <p:nvPr/>
        </p:nvSpPr>
        <p:spPr>
          <a:xfrm>
            <a:off x="404000" y="4042665"/>
            <a:ext cx="1531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45550" spcFirstLastPara="1" rIns="45550" wrap="square" tIns="4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6">
                <a:latin typeface="Schibsted Grotesk"/>
                <a:ea typeface="Schibsted Grotesk"/>
                <a:cs typeface="Schibsted Grotesk"/>
                <a:sym typeface="Schibsted Grotesk"/>
              </a:rPr>
              <a:t>Martin Ignacio Diaz Estrada</a:t>
            </a:r>
            <a:br>
              <a:rPr lang="en" sz="896">
                <a:latin typeface="Schibsted Grotesk"/>
                <a:ea typeface="Schibsted Grotesk"/>
                <a:cs typeface="Schibsted Grotesk"/>
                <a:sym typeface="Schibsted Grotesk"/>
              </a:rPr>
            </a:br>
            <a:r>
              <a:rPr lang="en" sz="896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Prac. People Analytics Verisure</a:t>
            </a:r>
            <a:endParaRPr sz="896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699" name="Google Shape;699;g3ae54f211d1_0_11"/>
          <p:cNvSpPr txBox="1"/>
          <p:nvPr/>
        </p:nvSpPr>
        <p:spPr>
          <a:xfrm>
            <a:off x="2807765" y="3956790"/>
            <a:ext cx="1531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45550" spcFirstLastPara="1" rIns="45550" wrap="square" tIns="4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6">
                <a:latin typeface="Schibsted Grotesk"/>
                <a:ea typeface="Schibsted Grotesk"/>
                <a:cs typeface="Schibsted Grotesk"/>
                <a:sym typeface="Schibsted Grotesk"/>
              </a:rPr>
              <a:t>Amir Awad</a:t>
            </a:r>
            <a:br>
              <a:rPr lang="en" sz="896">
                <a:latin typeface="Schibsted Grotesk"/>
                <a:ea typeface="Schibsted Grotesk"/>
                <a:cs typeface="Schibsted Grotesk"/>
                <a:sym typeface="Schibsted Grotesk"/>
              </a:rPr>
            </a:br>
            <a:r>
              <a:rPr lang="en" sz="896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Prac. Desarrollador web frontend / backend DigiPlus</a:t>
            </a:r>
            <a:endParaRPr sz="896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700" name="Google Shape;700;g3ae54f211d1_0_11"/>
          <p:cNvSpPr txBox="1"/>
          <p:nvPr/>
        </p:nvSpPr>
        <p:spPr>
          <a:xfrm>
            <a:off x="5211549" y="3956792"/>
            <a:ext cx="1531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45550" spcFirstLastPara="1" rIns="45550" wrap="square" tIns="4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6">
                <a:latin typeface="Schibsted Grotesk"/>
                <a:ea typeface="Schibsted Grotesk"/>
                <a:cs typeface="Schibsted Grotesk"/>
                <a:sym typeface="Schibsted Grotesk"/>
              </a:rPr>
              <a:t>Gabriel Hernan Galvez Silva</a:t>
            </a:r>
            <a:br>
              <a:rPr lang="en" sz="896">
                <a:latin typeface="Schibsted Grotesk"/>
                <a:ea typeface="Schibsted Grotesk"/>
                <a:cs typeface="Schibsted Grotesk"/>
                <a:sym typeface="Schibsted Grotesk"/>
              </a:rPr>
            </a:br>
            <a:r>
              <a:rPr lang="en" sz="896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Prac. Soporte ti y desarrollador web TEXPRO- </a:t>
            </a:r>
            <a:endParaRPr sz="896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6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701" name="Google Shape;701;g3ae54f211d1_0_11"/>
          <p:cNvSpPr txBox="1"/>
          <p:nvPr/>
        </p:nvSpPr>
        <p:spPr>
          <a:xfrm>
            <a:off x="6944324" y="3966925"/>
            <a:ext cx="2044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45550" spcFirstLastPara="1" rIns="45550" wrap="square" tIns="4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6">
                <a:latin typeface="Schibsted Grotesk"/>
                <a:ea typeface="Schibsted Grotesk"/>
                <a:cs typeface="Schibsted Grotesk"/>
                <a:sym typeface="Schibsted Grotesk"/>
              </a:rPr>
              <a:t>Jose Jimenez</a:t>
            </a:r>
            <a:br>
              <a:rPr lang="en" sz="896">
                <a:latin typeface="Schibsted Grotesk"/>
                <a:ea typeface="Schibsted Grotesk"/>
                <a:cs typeface="Schibsted Grotesk"/>
                <a:sym typeface="Schibsted Grotesk"/>
              </a:rPr>
            </a:br>
            <a:r>
              <a:rPr i="1" lang="en" sz="896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Practicante </a:t>
            </a:r>
            <a:r>
              <a:rPr lang="en" sz="896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Supply Chain</a:t>
            </a:r>
            <a:endParaRPr sz="896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96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Subgerencia Supply Chain APV &amp; Cat</a:t>
            </a:r>
            <a:endParaRPr sz="896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96">
                <a:solidFill>
                  <a:schemeClr val="dk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		    Latam Airlines</a:t>
            </a:r>
            <a:endParaRPr sz="896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6">
              <a:solidFill>
                <a:schemeClr val="dk1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pic>
        <p:nvPicPr>
          <p:cNvPr id="702" name="Google Shape;702;g3ae54f211d1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7425" y="1702575"/>
            <a:ext cx="1656576" cy="2208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ae54f211d1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3177" y="1685400"/>
            <a:ext cx="1497275" cy="22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g3ae54f211d1_0_11"/>
          <p:cNvPicPr preferRelativeResize="0"/>
          <p:nvPr/>
        </p:nvPicPr>
        <p:blipFill rotWithShape="1">
          <a:blip r:embed="rId5">
            <a:alphaModFix/>
          </a:blip>
          <a:srcRect b="-3299" l="-3300" r="3299" t="3300"/>
          <a:stretch/>
        </p:blipFill>
        <p:spPr>
          <a:xfrm>
            <a:off x="2869475" y="1685400"/>
            <a:ext cx="1408099" cy="236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g3ae54f211d1_0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999" y="1702576"/>
            <a:ext cx="1656576" cy="220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"/>
          <p:cNvSpPr txBox="1"/>
          <p:nvPr>
            <p:ph idx="1" type="subTitle"/>
          </p:nvPr>
        </p:nvSpPr>
        <p:spPr>
          <a:xfrm>
            <a:off x="490575" y="854050"/>
            <a:ext cx="3556200" cy="11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Medio De </a:t>
            </a:r>
            <a:r>
              <a:rPr lang="en" sz="1100"/>
              <a:t>comunicación</a:t>
            </a:r>
            <a:r>
              <a:rPr lang="en" sz="1100"/>
              <a:t> de comunas de Pudahuel, Cerro Navia y comunas Aledañas.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18 Años de Actividad.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50.000 Seguidores</a:t>
            </a:r>
            <a:r>
              <a:rPr lang="en" sz="1100"/>
              <a:t> en redes sociales y </a:t>
            </a:r>
            <a:r>
              <a:rPr lang="en" sz="1100"/>
              <a:t>más</a:t>
            </a:r>
            <a:r>
              <a:rPr lang="en" sz="1100"/>
              <a:t> de </a:t>
            </a:r>
            <a:r>
              <a:rPr b="1" lang="en" sz="1100"/>
              <a:t>100.000 </a:t>
            </a:r>
            <a:r>
              <a:rPr b="1" lang="en" sz="1100"/>
              <a:t>Visualizaciones</a:t>
            </a:r>
            <a:r>
              <a:rPr lang="en" sz="1100"/>
              <a:t> de noticias </a:t>
            </a:r>
            <a:br>
              <a:rPr lang="en" sz="1100"/>
            </a:br>
            <a:br>
              <a:rPr lang="en" sz="1100"/>
            </a:br>
            <a:br>
              <a:rPr lang="en" sz="1100"/>
            </a:br>
            <a:endParaRPr sz="1100"/>
          </a:p>
        </p:txBody>
      </p:sp>
      <p:sp>
        <p:nvSpPr>
          <p:cNvPr id="711" name="Google Shape;711;p4"/>
          <p:cNvSpPr txBox="1"/>
          <p:nvPr>
            <p:ph type="title"/>
          </p:nvPr>
        </p:nvSpPr>
        <p:spPr>
          <a:xfrm>
            <a:off x="550825" y="245638"/>
            <a:ext cx="406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¿Que Es Tropezón?</a:t>
            </a:r>
            <a:endParaRPr/>
          </a:p>
        </p:txBody>
      </p:sp>
      <p:sp>
        <p:nvSpPr>
          <p:cNvPr id="712" name="Google Shape;712;p4"/>
          <p:cNvSpPr/>
          <p:nvPr/>
        </p:nvSpPr>
        <p:spPr>
          <a:xfrm>
            <a:off x="5379775" y="1342350"/>
            <a:ext cx="3376500" cy="3073800"/>
          </a:xfrm>
          <a:prstGeom prst="roundRect">
            <a:avLst>
              <a:gd fmla="val 16667" name="adj"/>
            </a:avLst>
          </a:prstGeom>
          <a:noFill/>
          <a:ln cap="flat" cmpd="sng" w="417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100" lIns="40100" spcFirstLastPara="1" rIns="40100" wrap="square" tIns="4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"/>
          <p:cNvSpPr txBox="1"/>
          <p:nvPr/>
        </p:nvSpPr>
        <p:spPr>
          <a:xfrm>
            <a:off x="5761218" y="3218369"/>
            <a:ext cx="26886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0100" lIns="40100" spcFirstLastPara="1" rIns="40100" wrap="square" tIns="4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95">
                <a:latin typeface="Schibsted Grotesk"/>
                <a:ea typeface="Schibsted Grotesk"/>
                <a:cs typeface="Schibsted Grotesk"/>
                <a:sym typeface="Schibsted Grotesk"/>
              </a:rPr>
              <a:t>“Buscamos que tropezón sea algo más que un diario que la gente lea, queremos que sea un apoyo a la comunidad que si la señora del bazar tiene una noticia que contar que vea que somos el medio para que la cuente y que la gente se identifique”</a:t>
            </a:r>
            <a:endParaRPr i="1" sz="795"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sp>
        <p:nvSpPr>
          <p:cNvPr id="714" name="Google Shape;714;p4"/>
          <p:cNvSpPr txBox="1"/>
          <p:nvPr/>
        </p:nvSpPr>
        <p:spPr>
          <a:xfrm>
            <a:off x="5566869" y="3853465"/>
            <a:ext cx="29706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0100" lIns="40100" spcFirstLastPara="1" rIns="40100" wrap="square" tIns="4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95">
                <a:latin typeface="Schibsted Grotesk"/>
                <a:ea typeface="Schibsted Grotesk"/>
                <a:cs typeface="Schibsted Grotesk"/>
                <a:sym typeface="Schibsted Grotesk"/>
              </a:rPr>
              <a:t>Gabriel Riveros - Dueño diario Tropezon</a:t>
            </a:r>
            <a:br>
              <a:rPr b="1" lang="en" sz="795">
                <a:latin typeface="Schibsted Grotesk"/>
                <a:ea typeface="Schibsted Grotesk"/>
                <a:cs typeface="Schibsted Grotesk"/>
                <a:sym typeface="Schibsted Grotesk"/>
              </a:rPr>
            </a:br>
            <a:r>
              <a:rPr b="1" lang="en" sz="795">
                <a:latin typeface="Schibsted Grotesk"/>
                <a:ea typeface="Schibsted Grotesk"/>
                <a:cs typeface="Schibsted Grotesk"/>
                <a:sym typeface="Schibsted Grotesk"/>
              </a:rPr>
              <a:t>Frase recuperada de primera reunión presencial junto al equipo Tropezón  y el equipo de trabajo.</a:t>
            </a:r>
            <a:endParaRPr b="1" sz="795"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  <p:pic>
        <p:nvPicPr>
          <p:cNvPr id="715" name="Google Shape;71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365" y="1435475"/>
            <a:ext cx="1312295" cy="176791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4"/>
          <p:cNvSpPr txBox="1"/>
          <p:nvPr/>
        </p:nvSpPr>
        <p:spPr>
          <a:xfrm>
            <a:off x="451550" y="2242350"/>
            <a:ext cx="3169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450" lIns="39450" spcFirstLastPara="1" rIns="39450" wrap="square" tIns="3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3">
                <a:latin typeface="Schibsted Grotesk SemiBold"/>
                <a:ea typeface="Schibsted Grotesk SemiBold"/>
                <a:cs typeface="Schibsted Grotesk SemiBold"/>
                <a:sym typeface="Schibsted Grotesk SemiBold"/>
              </a:rPr>
              <a:t>¿Qué Problemática Tiene Tropezón?</a:t>
            </a:r>
            <a:endParaRPr sz="1393">
              <a:latin typeface="Schibsted Grotesk SemiBold"/>
              <a:ea typeface="Schibsted Grotesk SemiBold"/>
              <a:cs typeface="Schibsted Grotesk SemiBold"/>
              <a:sym typeface="Schibsted Grotesk SemiBold"/>
            </a:endParaRPr>
          </a:p>
        </p:txBody>
      </p:sp>
      <p:sp>
        <p:nvSpPr>
          <p:cNvPr id="717" name="Google Shape;717;p4"/>
          <p:cNvSpPr txBox="1"/>
          <p:nvPr/>
        </p:nvSpPr>
        <p:spPr>
          <a:xfrm>
            <a:off x="451550" y="2638775"/>
            <a:ext cx="4128300" cy="19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9450" lIns="39450" spcFirstLastPara="1" rIns="39450" wrap="square" tIns="39450">
            <a:noAutofit/>
          </a:bodyPr>
          <a:lstStyle/>
          <a:p>
            <a:pPr indent="-27826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2"/>
              <a:buFont typeface="Schibsted Grotesk"/>
              <a:buChar char="●"/>
            </a:pPr>
            <a:r>
              <a:rPr lang="en" sz="782">
                <a:solidFill>
                  <a:srgbClr val="00000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Actual proceso de recepción y publicación de noticias se genera de forma manual generando un alto retraso en el proceso de analizar noticias, prepararlas y publicarlas. </a:t>
            </a:r>
            <a:r>
              <a:rPr b="1" lang="en" sz="782">
                <a:solidFill>
                  <a:srgbClr val="000000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Tiempo por publicación de noticia 30 - 40 minutos.</a:t>
            </a:r>
            <a:endParaRPr b="1" sz="782">
              <a:solidFill>
                <a:srgbClr val="000000"/>
              </a:solidFill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278267" lvl="0" marL="457200" rtl="0" algn="l">
              <a:spcBef>
                <a:spcPts val="0"/>
              </a:spcBef>
              <a:spcAft>
                <a:spcPts val="0"/>
              </a:spcAft>
              <a:buSzPts val="782"/>
              <a:buFont typeface="Schibsted Grotesk"/>
              <a:buChar char="●"/>
            </a:pPr>
            <a:br>
              <a:rPr lang="en" sz="782">
                <a:latin typeface="Schibsted Grotesk"/>
                <a:ea typeface="Schibsted Grotesk"/>
                <a:cs typeface="Schibsted Grotesk"/>
                <a:sym typeface="Schibsted Grotesk"/>
              </a:rPr>
            </a:br>
            <a:r>
              <a:rPr lang="en" sz="782">
                <a:latin typeface="Schibsted Grotesk"/>
                <a:ea typeface="Schibsted Grotesk"/>
                <a:cs typeface="Schibsted Grotesk"/>
                <a:sym typeface="Schibsted Grotesk"/>
              </a:rPr>
              <a:t>Estética Visual Poco Atractiva y poca interacción con las noticias. Estética básica sin estructura basada en importancia ni interés visual por parte de los visitantes </a:t>
            </a:r>
            <a:br>
              <a:rPr lang="en" sz="782">
                <a:latin typeface="Schibsted Grotesk"/>
                <a:ea typeface="Schibsted Grotesk"/>
                <a:cs typeface="Schibsted Grotesk"/>
                <a:sym typeface="Schibsted Grotesk"/>
              </a:rPr>
            </a:br>
            <a:endParaRPr sz="782"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278267" lvl="0" marL="457200" rtl="0" algn="l">
              <a:spcBef>
                <a:spcPts val="0"/>
              </a:spcBef>
              <a:spcAft>
                <a:spcPts val="0"/>
              </a:spcAft>
              <a:buSzPts val="782"/>
              <a:buFont typeface="Schibsted Grotesk"/>
              <a:buChar char="●"/>
            </a:pPr>
            <a:r>
              <a:rPr lang="en" sz="782">
                <a:latin typeface="Schibsted Grotesk"/>
                <a:ea typeface="Schibsted Grotesk"/>
                <a:cs typeface="Schibsted Grotesk"/>
                <a:sym typeface="Schibsted Grotesk"/>
              </a:rPr>
              <a:t>Ningún sistema de optimización de contenido y de SEO para la página ni sistemas de Interacción con los clientes que consumen su medio. Ningún sistema de palabras claves para aumentar posicionamiento o visualización de noticias</a:t>
            </a:r>
            <a:br>
              <a:rPr lang="en" sz="782">
                <a:latin typeface="Schibsted Grotesk"/>
                <a:ea typeface="Schibsted Grotesk"/>
                <a:cs typeface="Schibsted Grotesk"/>
                <a:sym typeface="Schibsted Grotesk"/>
              </a:rPr>
            </a:br>
            <a:endParaRPr sz="782">
              <a:latin typeface="Schibsted Grotesk"/>
              <a:ea typeface="Schibsted Grotesk"/>
              <a:cs typeface="Schibsted Grotesk"/>
              <a:sym typeface="Schibsted Grotesk"/>
            </a:endParaRPr>
          </a:p>
          <a:p>
            <a:pPr indent="-278267" lvl="0" marL="457200" rtl="0" algn="l">
              <a:spcBef>
                <a:spcPts val="0"/>
              </a:spcBef>
              <a:spcAft>
                <a:spcPts val="0"/>
              </a:spcAft>
              <a:buSzPts val="782"/>
              <a:buFont typeface="Schibsted Grotesk"/>
              <a:buChar char="●"/>
            </a:pPr>
            <a:r>
              <a:rPr lang="en" sz="782">
                <a:latin typeface="Schibsted Grotesk"/>
                <a:ea typeface="Schibsted Grotesk"/>
                <a:cs typeface="Schibsted Grotesk"/>
                <a:sym typeface="Schibsted Grotesk"/>
              </a:rPr>
              <a:t>Ningún método de monetización generada gracias a la página web generando una gran carga económica para el dueño del medio de comunicación Monetización generada por las noticias publicadas en Facebook ronda los </a:t>
            </a:r>
            <a:r>
              <a:rPr b="1" lang="en" sz="782" u="sng">
                <a:latin typeface="Schibsted Grotesk"/>
                <a:ea typeface="Schibsted Grotesk"/>
                <a:cs typeface="Schibsted Grotesk"/>
                <a:sym typeface="Schibsted Grotesk"/>
              </a:rPr>
              <a:t>2-14 CLP</a:t>
            </a:r>
            <a:r>
              <a:rPr lang="en" sz="782">
                <a:latin typeface="Schibsted Grotesk"/>
                <a:ea typeface="Schibsted Grotesk"/>
                <a:cs typeface="Schibsted Grotesk"/>
                <a:sym typeface="Schibsted Grotesk"/>
              </a:rPr>
              <a:t>. Generando una nula ganancia para el medio</a:t>
            </a:r>
            <a:endParaRPr sz="782">
              <a:latin typeface="Schibsted Grotesk"/>
              <a:ea typeface="Schibsted Grotesk"/>
              <a:cs typeface="Schibsted Grotesk"/>
              <a:sym typeface="Schibsted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"/>
          <p:cNvSpPr txBox="1"/>
          <p:nvPr/>
        </p:nvSpPr>
        <p:spPr>
          <a:xfrm>
            <a:off x="459738" y="185297"/>
            <a:ext cx="41760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Roboto"/>
                <a:ea typeface="Roboto"/>
                <a:cs typeface="Roboto"/>
                <a:sym typeface="Roboto"/>
              </a:rPr>
              <a:t>Alcances Del Proyecto</a:t>
            </a:r>
            <a:endParaRPr b="1" sz="2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3" name="Google Shape;72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38" y="926925"/>
            <a:ext cx="4426625" cy="3873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6"/>
          <p:cNvSpPr/>
          <p:nvPr/>
        </p:nvSpPr>
        <p:spPr>
          <a:xfrm>
            <a:off x="7750924" y="5934179"/>
            <a:ext cx="1536900" cy="587100"/>
          </a:xfrm>
          <a:prstGeom prst="rect">
            <a:avLst/>
          </a:prstGeom>
          <a:solidFill>
            <a:srgbClr val="FFFFFF"/>
          </a:solidFill>
          <a:ln cap="flat" cmpd="sng" w="5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50" lIns="55450" spcFirstLastPara="1" rIns="55450" wrap="square" tIns="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5" name="Google Shape;725;p6"/>
          <p:cNvCxnSpPr/>
          <p:nvPr/>
        </p:nvCxnSpPr>
        <p:spPr>
          <a:xfrm flipH="1" rot="10800000">
            <a:off x="531013" y="643706"/>
            <a:ext cx="3726600" cy="25800"/>
          </a:xfrm>
          <a:prstGeom prst="straightConnector1">
            <a:avLst/>
          </a:prstGeom>
          <a:noFill/>
          <a:ln cap="flat" cmpd="sng" w="5775">
            <a:solidFill>
              <a:srgbClr val="F39C1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.png" id="726" name="Google Shape;72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6150" y="1419300"/>
            <a:ext cx="2876250" cy="2374124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6"/>
          <p:cNvSpPr txBox="1"/>
          <p:nvPr/>
        </p:nvSpPr>
        <p:spPr>
          <a:xfrm>
            <a:off x="5797150" y="1614024"/>
            <a:ext cx="240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8">
                <a:solidFill>
                  <a:schemeClr val="lt2"/>
                </a:solidFill>
                <a:latin typeface="Roboto Slab"/>
                <a:ea typeface="Roboto Slab"/>
                <a:cs typeface="Roboto Slab"/>
                <a:sym typeface="Roboto Slab"/>
              </a:rPr>
              <a:t>Resultados Esperados</a:t>
            </a:r>
            <a:endParaRPr sz="867">
              <a:solidFill>
                <a:schemeClr val="lt2"/>
              </a:solidFill>
            </a:endParaRPr>
          </a:p>
        </p:txBody>
      </p:sp>
      <p:cxnSp>
        <p:nvCxnSpPr>
          <p:cNvPr id="728" name="Google Shape;728;p6"/>
          <p:cNvCxnSpPr/>
          <p:nvPr/>
        </p:nvCxnSpPr>
        <p:spPr>
          <a:xfrm flipH="1" rot="10800000">
            <a:off x="5642386" y="1848237"/>
            <a:ext cx="2623800" cy="600"/>
          </a:xfrm>
          <a:prstGeom prst="straightConnector1">
            <a:avLst/>
          </a:prstGeom>
          <a:noFill/>
          <a:ln cap="flat" cmpd="sng" w="7000">
            <a:solidFill>
              <a:srgbClr val="F7964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6"/>
          <p:cNvGrpSpPr/>
          <p:nvPr/>
        </p:nvGrpSpPr>
        <p:grpSpPr>
          <a:xfrm>
            <a:off x="5587433" y="1472149"/>
            <a:ext cx="426329" cy="332375"/>
            <a:chOff x="2611458" y="3816374"/>
            <a:chExt cx="426329" cy="332375"/>
          </a:xfrm>
        </p:grpSpPr>
        <p:sp>
          <p:nvSpPr>
            <p:cNvPr id="730" name="Google Shape;730;p6"/>
            <p:cNvSpPr/>
            <p:nvPr/>
          </p:nvSpPr>
          <p:spPr>
            <a:xfrm>
              <a:off x="2611458" y="3816374"/>
              <a:ext cx="426329" cy="332375"/>
            </a:xfrm>
            <a:custGeom>
              <a:rect b="b" l="l" r="r" t="t"/>
              <a:pathLst>
                <a:path extrusionOk="0" h="10443" w="13395">
                  <a:moveTo>
                    <a:pt x="13002" y="429"/>
                  </a:moveTo>
                  <a:lnTo>
                    <a:pt x="12966" y="846"/>
                  </a:lnTo>
                  <a:lnTo>
                    <a:pt x="11418" y="846"/>
                  </a:lnTo>
                  <a:cubicBezTo>
                    <a:pt x="11299" y="846"/>
                    <a:pt x="11216" y="929"/>
                    <a:pt x="11216" y="1048"/>
                  </a:cubicBezTo>
                  <a:cubicBezTo>
                    <a:pt x="11216" y="1167"/>
                    <a:pt x="11299" y="1263"/>
                    <a:pt x="11418" y="1263"/>
                  </a:cubicBezTo>
                  <a:lnTo>
                    <a:pt x="12633" y="1263"/>
                  </a:lnTo>
                  <a:lnTo>
                    <a:pt x="12633" y="7501"/>
                  </a:lnTo>
                  <a:lnTo>
                    <a:pt x="5429" y="7501"/>
                  </a:lnTo>
                  <a:lnTo>
                    <a:pt x="5429" y="7287"/>
                  </a:lnTo>
                  <a:cubicBezTo>
                    <a:pt x="5429" y="7168"/>
                    <a:pt x="5334" y="7085"/>
                    <a:pt x="5215" y="7085"/>
                  </a:cubicBezTo>
                  <a:lnTo>
                    <a:pt x="4870" y="7085"/>
                  </a:lnTo>
                  <a:cubicBezTo>
                    <a:pt x="4834" y="6942"/>
                    <a:pt x="4786" y="6811"/>
                    <a:pt x="4715" y="6692"/>
                  </a:cubicBezTo>
                  <a:lnTo>
                    <a:pt x="4953" y="6454"/>
                  </a:lnTo>
                  <a:cubicBezTo>
                    <a:pt x="5036" y="6358"/>
                    <a:pt x="5036" y="6227"/>
                    <a:pt x="4953" y="6156"/>
                  </a:cubicBezTo>
                  <a:lnTo>
                    <a:pt x="4310" y="5513"/>
                  </a:lnTo>
                  <a:cubicBezTo>
                    <a:pt x="4263" y="5477"/>
                    <a:pt x="4215" y="5454"/>
                    <a:pt x="4155" y="5454"/>
                  </a:cubicBezTo>
                  <a:cubicBezTo>
                    <a:pt x="4096" y="5454"/>
                    <a:pt x="4060" y="5477"/>
                    <a:pt x="4013" y="5513"/>
                  </a:cubicBezTo>
                  <a:lnTo>
                    <a:pt x="3774" y="5751"/>
                  </a:lnTo>
                  <a:cubicBezTo>
                    <a:pt x="3655" y="5692"/>
                    <a:pt x="3524" y="5632"/>
                    <a:pt x="3382" y="5596"/>
                  </a:cubicBezTo>
                  <a:lnTo>
                    <a:pt x="3382" y="5251"/>
                  </a:lnTo>
                  <a:cubicBezTo>
                    <a:pt x="3382" y="5132"/>
                    <a:pt x="3298" y="5037"/>
                    <a:pt x="3179" y="5037"/>
                  </a:cubicBezTo>
                  <a:lnTo>
                    <a:pt x="2655" y="5037"/>
                  </a:lnTo>
                  <a:lnTo>
                    <a:pt x="2655" y="1274"/>
                  </a:lnTo>
                  <a:lnTo>
                    <a:pt x="10704" y="1274"/>
                  </a:lnTo>
                  <a:cubicBezTo>
                    <a:pt x="10823" y="1274"/>
                    <a:pt x="10918" y="1191"/>
                    <a:pt x="10918" y="1072"/>
                  </a:cubicBezTo>
                  <a:cubicBezTo>
                    <a:pt x="10918" y="953"/>
                    <a:pt x="10823" y="858"/>
                    <a:pt x="10704" y="858"/>
                  </a:cubicBezTo>
                  <a:lnTo>
                    <a:pt x="2310" y="858"/>
                  </a:lnTo>
                  <a:lnTo>
                    <a:pt x="2310" y="429"/>
                  </a:lnTo>
                  <a:close/>
                  <a:moveTo>
                    <a:pt x="12966" y="7918"/>
                  </a:moveTo>
                  <a:lnTo>
                    <a:pt x="12966" y="8347"/>
                  </a:lnTo>
                  <a:lnTo>
                    <a:pt x="5358" y="8347"/>
                  </a:lnTo>
                  <a:cubicBezTo>
                    <a:pt x="5394" y="8299"/>
                    <a:pt x="5417" y="8251"/>
                    <a:pt x="5417" y="8192"/>
                  </a:cubicBezTo>
                  <a:lnTo>
                    <a:pt x="5417" y="7954"/>
                  </a:lnTo>
                  <a:lnTo>
                    <a:pt x="12835" y="7954"/>
                  </a:lnTo>
                  <a:cubicBezTo>
                    <a:pt x="12883" y="7954"/>
                    <a:pt x="12930" y="7942"/>
                    <a:pt x="12954" y="7918"/>
                  </a:cubicBezTo>
                  <a:close/>
                  <a:moveTo>
                    <a:pt x="2953" y="5442"/>
                  </a:moveTo>
                  <a:lnTo>
                    <a:pt x="2953" y="5739"/>
                  </a:lnTo>
                  <a:cubicBezTo>
                    <a:pt x="2953" y="5846"/>
                    <a:pt x="3024" y="5918"/>
                    <a:pt x="3120" y="5954"/>
                  </a:cubicBezTo>
                  <a:cubicBezTo>
                    <a:pt x="3310" y="5989"/>
                    <a:pt x="3501" y="6073"/>
                    <a:pt x="3679" y="6192"/>
                  </a:cubicBezTo>
                  <a:cubicBezTo>
                    <a:pt x="3716" y="6215"/>
                    <a:pt x="3755" y="6225"/>
                    <a:pt x="3793" y="6225"/>
                  </a:cubicBezTo>
                  <a:cubicBezTo>
                    <a:pt x="3853" y="6225"/>
                    <a:pt x="3909" y="6200"/>
                    <a:pt x="3953" y="6156"/>
                  </a:cubicBezTo>
                  <a:lnTo>
                    <a:pt x="4155" y="5954"/>
                  </a:lnTo>
                  <a:lnTo>
                    <a:pt x="4501" y="6287"/>
                  </a:lnTo>
                  <a:lnTo>
                    <a:pt x="4298" y="6501"/>
                  </a:lnTo>
                  <a:cubicBezTo>
                    <a:pt x="4215" y="6573"/>
                    <a:pt x="4203" y="6680"/>
                    <a:pt x="4263" y="6763"/>
                  </a:cubicBezTo>
                  <a:cubicBezTo>
                    <a:pt x="4370" y="6942"/>
                    <a:pt x="4453" y="7144"/>
                    <a:pt x="4501" y="7335"/>
                  </a:cubicBezTo>
                  <a:cubicBezTo>
                    <a:pt x="4513" y="7418"/>
                    <a:pt x="4608" y="7501"/>
                    <a:pt x="4715" y="7501"/>
                  </a:cubicBezTo>
                  <a:lnTo>
                    <a:pt x="5013" y="7501"/>
                  </a:lnTo>
                  <a:lnTo>
                    <a:pt x="5013" y="7990"/>
                  </a:lnTo>
                  <a:lnTo>
                    <a:pt x="4715" y="7990"/>
                  </a:lnTo>
                  <a:cubicBezTo>
                    <a:pt x="4608" y="7990"/>
                    <a:pt x="4525" y="8061"/>
                    <a:pt x="4501" y="8156"/>
                  </a:cubicBezTo>
                  <a:cubicBezTo>
                    <a:pt x="4453" y="8347"/>
                    <a:pt x="4382" y="8537"/>
                    <a:pt x="4263" y="8716"/>
                  </a:cubicBezTo>
                  <a:cubicBezTo>
                    <a:pt x="4203" y="8811"/>
                    <a:pt x="4215" y="8906"/>
                    <a:pt x="4298" y="8990"/>
                  </a:cubicBezTo>
                  <a:lnTo>
                    <a:pt x="4501" y="9192"/>
                  </a:lnTo>
                  <a:lnTo>
                    <a:pt x="4155" y="9537"/>
                  </a:lnTo>
                  <a:lnTo>
                    <a:pt x="3953" y="9323"/>
                  </a:lnTo>
                  <a:cubicBezTo>
                    <a:pt x="3912" y="9282"/>
                    <a:pt x="3860" y="9261"/>
                    <a:pt x="3805" y="9261"/>
                  </a:cubicBezTo>
                  <a:cubicBezTo>
                    <a:pt x="3764" y="9261"/>
                    <a:pt x="3720" y="9273"/>
                    <a:pt x="3679" y="9299"/>
                  </a:cubicBezTo>
                  <a:cubicBezTo>
                    <a:pt x="3501" y="9394"/>
                    <a:pt x="3310" y="9490"/>
                    <a:pt x="3120" y="9537"/>
                  </a:cubicBezTo>
                  <a:cubicBezTo>
                    <a:pt x="3024" y="9549"/>
                    <a:pt x="2953" y="9633"/>
                    <a:pt x="2953" y="9740"/>
                  </a:cubicBezTo>
                  <a:lnTo>
                    <a:pt x="2953" y="10037"/>
                  </a:lnTo>
                  <a:lnTo>
                    <a:pt x="2465" y="10037"/>
                  </a:lnTo>
                  <a:lnTo>
                    <a:pt x="2465" y="9740"/>
                  </a:lnTo>
                  <a:cubicBezTo>
                    <a:pt x="2465" y="9633"/>
                    <a:pt x="2393" y="9561"/>
                    <a:pt x="2298" y="9537"/>
                  </a:cubicBezTo>
                  <a:cubicBezTo>
                    <a:pt x="2108" y="9490"/>
                    <a:pt x="1917" y="9418"/>
                    <a:pt x="1738" y="9299"/>
                  </a:cubicBezTo>
                  <a:cubicBezTo>
                    <a:pt x="1697" y="9273"/>
                    <a:pt x="1654" y="9261"/>
                    <a:pt x="1612" y="9261"/>
                  </a:cubicBezTo>
                  <a:cubicBezTo>
                    <a:pt x="1557" y="9261"/>
                    <a:pt x="1505" y="9282"/>
                    <a:pt x="1465" y="9323"/>
                  </a:cubicBezTo>
                  <a:lnTo>
                    <a:pt x="1262" y="9537"/>
                  </a:lnTo>
                  <a:lnTo>
                    <a:pt x="917" y="9192"/>
                  </a:lnTo>
                  <a:lnTo>
                    <a:pt x="1119" y="8990"/>
                  </a:lnTo>
                  <a:cubicBezTo>
                    <a:pt x="1203" y="8906"/>
                    <a:pt x="1215" y="8799"/>
                    <a:pt x="1155" y="8716"/>
                  </a:cubicBezTo>
                  <a:cubicBezTo>
                    <a:pt x="1048" y="8537"/>
                    <a:pt x="965" y="8347"/>
                    <a:pt x="917" y="8156"/>
                  </a:cubicBezTo>
                  <a:cubicBezTo>
                    <a:pt x="905" y="8061"/>
                    <a:pt x="810" y="7990"/>
                    <a:pt x="703" y="7990"/>
                  </a:cubicBezTo>
                  <a:lnTo>
                    <a:pt x="405" y="7990"/>
                  </a:lnTo>
                  <a:lnTo>
                    <a:pt x="405" y="7501"/>
                  </a:lnTo>
                  <a:lnTo>
                    <a:pt x="703" y="7501"/>
                  </a:lnTo>
                  <a:cubicBezTo>
                    <a:pt x="810" y="7501"/>
                    <a:pt x="881" y="7418"/>
                    <a:pt x="917" y="7335"/>
                  </a:cubicBezTo>
                  <a:cubicBezTo>
                    <a:pt x="965" y="7144"/>
                    <a:pt x="1036" y="6942"/>
                    <a:pt x="1155" y="6763"/>
                  </a:cubicBezTo>
                  <a:cubicBezTo>
                    <a:pt x="1215" y="6680"/>
                    <a:pt x="1203" y="6573"/>
                    <a:pt x="1119" y="6501"/>
                  </a:cubicBezTo>
                  <a:lnTo>
                    <a:pt x="917" y="6287"/>
                  </a:lnTo>
                  <a:lnTo>
                    <a:pt x="1262" y="5954"/>
                  </a:lnTo>
                  <a:lnTo>
                    <a:pt x="1465" y="6156"/>
                  </a:lnTo>
                  <a:cubicBezTo>
                    <a:pt x="1508" y="6200"/>
                    <a:pt x="1565" y="6225"/>
                    <a:pt x="1624" y="6225"/>
                  </a:cubicBezTo>
                  <a:cubicBezTo>
                    <a:pt x="1662" y="6225"/>
                    <a:pt x="1701" y="6215"/>
                    <a:pt x="1738" y="6192"/>
                  </a:cubicBezTo>
                  <a:cubicBezTo>
                    <a:pt x="1917" y="6085"/>
                    <a:pt x="2108" y="5989"/>
                    <a:pt x="2298" y="5954"/>
                  </a:cubicBezTo>
                  <a:cubicBezTo>
                    <a:pt x="2393" y="5930"/>
                    <a:pt x="2465" y="5846"/>
                    <a:pt x="2465" y="5739"/>
                  </a:cubicBezTo>
                  <a:lnTo>
                    <a:pt x="2465" y="5442"/>
                  </a:lnTo>
                  <a:close/>
                  <a:moveTo>
                    <a:pt x="2084" y="0"/>
                  </a:moveTo>
                  <a:cubicBezTo>
                    <a:pt x="1977" y="0"/>
                    <a:pt x="1881" y="84"/>
                    <a:pt x="1881" y="203"/>
                  </a:cubicBezTo>
                  <a:lnTo>
                    <a:pt x="1881" y="1048"/>
                  </a:lnTo>
                  <a:cubicBezTo>
                    <a:pt x="1881" y="1167"/>
                    <a:pt x="1977" y="1263"/>
                    <a:pt x="2084" y="1263"/>
                  </a:cubicBezTo>
                  <a:lnTo>
                    <a:pt x="2227" y="1263"/>
                  </a:lnTo>
                  <a:lnTo>
                    <a:pt x="2227" y="5037"/>
                  </a:lnTo>
                  <a:cubicBezTo>
                    <a:pt x="2119" y="5061"/>
                    <a:pt x="2048" y="5144"/>
                    <a:pt x="2048" y="5251"/>
                  </a:cubicBezTo>
                  <a:lnTo>
                    <a:pt x="2048" y="5584"/>
                  </a:lnTo>
                  <a:cubicBezTo>
                    <a:pt x="1905" y="5632"/>
                    <a:pt x="1774" y="5680"/>
                    <a:pt x="1655" y="5751"/>
                  </a:cubicBezTo>
                  <a:lnTo>
                    <a:pt x="1417" y="5513"/>
                  </a:lnTo>
                  <a:cubicBezTo>
                    <a:pt x="1369" y="5465"/>
                    <a:pt x="1334" y="5454"/>
                    <a:pt x="1274" y="5454"/>
                  </a:cubicBezTo>
                  <a:cubicBezTo>
                    <a:pt x="1215" y="5454"/>
                    <a:pt x="1167" y="5465"/>
                    <a:pt x="1119" y="5513"/>
                  </a:cubicBezTo>
                  <a:lnTo>
                    <a:pt x="476" y="6156"/>
                  </a:lnTo>
                  <a:cubicBezTo>
                    <a:pt x="393" y="6239"/>
                    <a:pt x="393" y="6382"/>
                    <a:pt x="476" y="6454"/>
                  </a:cubicBezTo>
                  <a:lnTo>
                    <a:pt x="715" y="6692"/>
                  </a:lnTo>
                  <a:cubicBezTo>
                    <a:pt x="655" y="6811"/>
                    <a:pt x="595" y="6942"/>
                    <a:pt x="560" y="7073"/>
                  </a:cubicBezTo>
                  <a:lnTo>
                    <a:pt x="214" y="7073"/>
                  </a:lnTo>
                  <a:cubicBezTo>
                    <a:pt x="95" y="7073"/>
                    <a:pt x="0" y="7168"/>
                    <a:pt x="0" y="7287"/>
                  </a:cubicBezTo>
                  <a:lnTo>
                    <a:pt x="0" y="8192"/>
                  </a:lnTo>
                  <a:cubicBezTo>
                    <a:pt x="0" y="8311"/>
                    <a:pt x="95" y="8406"/>
                    <a:pt x="214" y="8406"/>
                  </a:cubicBezTo>
                  <a:lnTo>
                    <a:pt x="560" y="8406"/>
                  </a:lnTo>
                  <a:cubicBezTo>
                    <a:pt x="595" y="8537"/>
                    <a:pt x="643" y="8668"/>
                    <a:pt x="715" y="8787"/>
                  </a:cubicBezTo>
                  <a:lnTo>
                    <a:pt x="476" y="9025"/>
                  </a:lnTo>
                  <a:cubicBezTo>
                    <a:pt x="393" y="9121"/>
                    <a:pt x="393" y="9252"/>
                    <a:pt x="476" y="9323"/>
                  </a:cubicBezTo>
                  <a:lnTo>
                    <a:pt x="1119" y="9966"/>
                  </a:lnTo>
                  <a:cubicBezTo>
                    <a:pt x="1167" y="10008"/>
                    <a:pt x="1223" y="10028"/>
                    <a:pt x="1277" y="10028"/>
                  </a:cubicBezTo>
                  <a:cubicBezTo>
                    <a:pt x="1331" y="10028"/>
                    <a:pt x="1381" y="10008"/>
                    <a:pt x="1417" y="9966"/>
                  </a:cubicBezTo>
                  <a:lnTo>
                    <a:pt x="1655" y="9728"/>
                  </a:lnTo>
                  <a:cubicBezTo>
                    <a:pt x="1774" y="9787"/>
                    <a:pt x="1905" y="9847"/>
                    <a:pt x="2048" y="9895"/>
                  </a:cubicBezTo>
                  <a:lnTo>
                    <a:pt x="2048" y="10228"/>
                  </a:lnTo>
                  <a:cubicBezTo>
                    <a:pt x="2048" y="10347"/>
                    <a:pt x="2131" y="10442"/>
                    <a:pt x="2250" y="10442"/>
                  </a:cubicBezTo>
                  <a:lnTo>
                    <a:pt x="3155" y="10442"/>
                  </a:lnTo>
                  <a:cubicBezTo>
                    <a:pt x="3274" y="10442"/>
                    <a:pt x="3370" y="10347"/>
                    <a:pt x="3370" y="10228"/>
                  </a:cubicBezTo>
                  <a:lnTo>
                    <a:pt x="3370" y="9895"/>
                  </a:lnTo>
                  <a:cubicBezTo>
                    <a:pt x="3501" y="9847"/>
                    <a:pt x="3632" y="9799"/>
                    <a:pt x="3751" y="9728"/>
                  </a:cubicBezTo>
                  <a:lnTo>
                    <a:pt x="3989" y="9966"/>
                  </a:lnTo>
                  <a:cubicBezTo>
                    <a:pt x="4036" y="10008"/>
                    <a:pt x="4093" y="10028"/>
                    <a:pt x="4146" y="10028"/>
                  </a:cubicBezTo>
                  <a:cubicBezTo>
                    <a:pt x="4200" y="10028"/>
                    <a:pt x="4251" y="10008"/>
                    <a:pt x="4286" y="9966"/>
                  </a:cubicBezTo>
                  <a:lnTo>
                    <a:pt x="4929" y="9323"/>
                  </a:lnTo>
                  <a:cubicBezTo>
                    <a:pt x="5025" y="9240"/>
                    <a:pt x="5025" y="9097"/>
                    <a:pt x="4929" y="9025"/>
                  </a:cubicBezTo>
                  <a:lnTo>
                    <a:pt x="4691" y="8787"/>
                  </a:lnTo>
                  <a:cubicBezTo>
                    <a:pt x="4691" y="8775"/>
                    <a:pt x="4703" y="8775"/>
                    <a:pt x="4703" y="8763"/>
                  </a:cubicBezTo>
                  <a:lnTo>
                    <a:pt x="13180" y="8763"/>
                  </a:lnTo>
                  <a:cubicBezTo>
                    <a:pt x="13299" y="8763"/>
                    <a:pt x="13383" y="8668"/>
                    <a:pt x="13383" y="8549"/>
                  </a:cubicBezTo>
                  <a:lnTo>
                    <a:pt x="13383" y="7704"/>
                  </a:lnTo>
                  <a:cubicBezTo>
                    <a:pt x="13383" y="7585"/>
                    <a:pt x="13299" y="7489"/>
                    <a:pt x="13180" y="7489"/>
                  </a:cubicBezTo>
                  <a:lnTo>
                    <a:pt x="13037" y="7489"/>
                  </a:lnTo>
                  <a:lnTo>
                    <a:pt x="13037" y="1263"/>
                  </a:lnTo>
                  <a:lnTo>
                    <a:pt x="13192" y="1263"/>
                  </a:lnTo>
                  <a:cubicBezTo>
                    <a:pt x="13311" y="1263"/>
                    <a:pt x="13395" y="1167"/>
                    <a:pt x="13395" y="1048"/>
                  </a:cubicBezTo>
                  <a:lnTo>
                    <a:pt x="13395" y="203"/>
                  </a:lnTo>
                  <a:cubicBezTo>
                    <a:pt x="13395" y="84"/>
                    <a:pt x="13311" y="0"/>
                    <a:pt x="13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2803568" y="3950909"/>
              <a:ext cx="40198" cy="85648"/>
            </a:xfrm>
            <a:custGeom>
              <a:rect b="b" l="l" r="r" t="t"/>
              <a:pathLst>
                <a:path extrusionOk="0" h="2691" w="1263">
                  <a:moveTo>
                    <a:pt x="846" y="417"/>
                  </a:moveTo>
                  <a:lnTo>
                    <a:pt x="846" y="2262"/>
                  </a:lnTo>
                  <a:lnTo>
                    <a:pt x="417" y="2262"/>
                  </a:lnTo>
                  <a:lnTo>
                    <a:pt x="417" y="417"/>
                  </a:lnTo>
                  <a:close/>
                  <a:moveTo>
                    <a:pt x="203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477"/>
                  </a:lnTo>
                  <a:cubicBezTo>
                    <a:pt x="1" y="2596"/>
                    <a:pt x="84" y="2691"/>
                    <a:pt x="203" y="2691"/>
                  </a:cubicBezTo>
                  <a:lnTo>
                    <a:pt x="1060" y="2691"/>
                  </a:lnTo>
                  <a:cubicBezTo>
                    <a:pt x="1167" y="2691"/>
                    <a:pt x="1263" y="2596"/>
                    <a:pt x="1263" y="2477"/>
                  </a:cubicBezTo>
                  <a:lnTo>
                    <a:pt x="1263" y="203"/>
                  </a:lnTo>
                  <a:cubicBezTo>
                    <a:pt x="1263" y="84"/>
                    <a:pt x="1179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2851691" y="3917935"/>
              <a:ext cx="40580" cy="118621"/>
            </a:xfrm>
            <a:custGeom>
              <a:rect b="b" l="l" r="r" t="t"/>
              <a:pathLst>
                <a:path extrusionOk="0" h="3727" w="1275">
                  <a:moveTo>
                    <a:pt x="858" y="417"/>
                  </a:moveTo>
                  <a:lnTo>
                    <a:pt x="858" y="3298"/>
                  </a:lnTo>
                  <a:lnTo>
                    <a:pt x="417" y="3298"/>
                  </a:lnTo>
                  <a:lnTo>
                    <a:pt x="417" y="417"/>
                  </a:lnTo>
                  <a:close/>
                  <a:moveTo>
                    <a:pt x="215" y="0"/>
                  </a:moveTo>
                  <a:cubicBezTo>
                    <a:pt x="96" y="0"/>
                    <a:pt x="1" y="96"/>
                    <a:pt x="1" y="215"/>
                  </a:cubicBezTo>
                  <a:lnTo>
                    <a:pt x="1" y="3513"/>
                  </a:lnTo>
                  <a:cubicBezTo>
                    <a:pt x="1" y="3632"/>
                    <a:pt x="96" y="3727"/>
                    <a:pt x="215" y="3727"/>
                  </a:cubicBezTo>
                  <a:lnTo>
                    <a:pt x="1060" y="3727"/>
                  </a:lnTo>
                  <a:cubicBezTo>
                    <a:pt x="1179" y="3727"/>
                    <a:pt x="1275" y="3632"/>
                    <a:pt x="1275" y="3513"/>
                  </a:cubicBezTo>
                  <a:lnTo>
                    <a:pt x="1275" y="215"/>
                  </a:lnTo>
                  <a:cubicBezTo>
                    <a:pt x="1275" y="96"/>
                    <a:pt x="1179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2900197" y="3934995"/>
              <a:ext cx="40198" cy="101562"/>
            </a:xfrm>
            <a:custGeom>
              <a:rect b="b" l="l" r="r" t="t"/>
              <a:pathLst>
                <a:path extrusionOk="0" h="3191" w="1263">
                  <a:moveTo>
                    <a:pt x="846" y="417"/>
                  </a:moveTo>
                  <a:lnTo>
                    <a:pt x="846" y="2762"/>
                  </a:lnTo>
                  <a:lnTo>
                    <a:pt x="417" y="2762"/>
                  </a:lnTo>
                  <a:lnTo>
                    <a:pt x="417" y="417"/>
                  </a:lnTo>
                  <a:close/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2977"/>
                  </a:lnTo>
                  <a:cubicBezTo>
                    <a:pt x="1" y="3096"/>
                    <a:pt x="84" y="3191"/>
                    <a:pt x="203" y="3191"/>
                  </a:cubicBezTo>
                  <a:lnTo>
                    <a:pt x="1048" y="3191"/>
                  </a:lnTo>
                  <a:cubicBezTo>
                    <a:pt x="1168" y="3191"/>
                    <a:pt x="1263" y="3096"/>
                    <a:pt x="1263" y="2977"/>
                  </a:cubicBezTo>
                  <a:lnTo>
                    <a:pt x="1263" y="214"/>
                  </a:lnTo>
                  <a:cubicBezTo>
                    <a:pt x="1263" y="95"/>
                    <a:pt x="1179" y="0"/>
                    <a:pt x="1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2948320" y="3879265"/>
              <a:ext cx="40580" cy="156941"/>
            </a:xfrm>
            <a:custGeom>
              <a:rect b="b" l="l" r="r" t="t"/>
              <a:pathLst>
                <a:path extrusionOk="0" h="4931" w="1275">
                  <a:moveTo>
                    <a:pt x="858" y="430"/>
                  </a:moveTo>
                  <a:lnTo>
                    <a:pt x="858" y="4525"/>
                  </a:lnTo>
                  <a:lnTo>
                    <a:pt x="418" y="4525"/>
                  </a:lnTo>
                  <a:lnTo>
                    <a:pt x="418" y="430"/>
                  </a:lnTo>
                  <a:close/>
                  <a:moveTo>
                    <a:pt x="215" y="1"/>
                  </a:moveTo>
                  <a:cubicBezTo>
                    <a:pt x="96" y="1"/>
                    <a:pt x="1" y="108"/>
                    <a:pt x="1" y="203"/>
                  </a:cubicBezTo>
                  <a:lnTo>
                    <a:pt x="1" y="4716"/>
                  </a:lnTo>
                  <a:cubicBezTo>
                    <a:pt x="1" y="4835"/>
                    <a:pt x="96" y="4930"/>
                    <a:pt x="215" y="4930"/>
                  </a:cubicBezTo>
                  <a:lnTo>
                    <a:pt x="1060" y="4930"/>
                  </a:lnTo>
                  <a:cubicBezTo>
                    <a:pt x="1180" y="4930"/>
                    <a:pt x="1275" y="4835"/>
                    <a:pt x="1275" y="4716"/>
                  </a:cubicBezTo>
                  <a:lnTo>
                    <a:pt x="1275" y="203"/>
                  </a:lnTo>
                  <a:cubicBezTo>
                    <a:pt x="1275" y="84"/>
                    <a:pt x="1180" y="1"/>
                    <a:pt x="1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2716807" y="3896325"/>
              <a:ext cx="49269" cy="13304"/>
            </a:xfrm>
            <a:custGeom>
              <a:rect b="b" l="l" r="r" t="t"/>
              <a:pathLst>
                <a:path extrusionOk="0" h="418" w="1548">
                  <a:moveTo>
                    <a:pt x="214" y="1"/>
                  </a:moveTo>
                  <a:cubicBezTo>
                    <a:pt x="95" y="1"/>
                    <a:pt x="0" y="84"/>
                    <a:pt x="0" y="203"/>
                  </a:cubicBezTo>
                  <a:cubicBezTo>
                    <a:pt x="0" y="322"/>
                    <a:pt x="107" y="417"/>
                    <a:pt x="214" y="417"/>
                  </a:cubicBezTo>
                  <a:lnTo>
                    <a:pt x="1345" y="417"/>
                  </a:lnTo>
                  <a:cubicBezTo>
                    <a:pt x="1453" y="417"/>
                    <a:pt x="1548" y="322"/>
                    <a:pt x="1548" y="203"/>
                  </a:cubicBezTo>
                  <a:cubicBezTo>
                    <a:pt x="1548" y="84"/>
                    <a:pt x="1453" y="1"/>
                    <a:pt x="1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2717157" y="3917553"/>
              <a:ext cx="69002" cy="13304"/>
            </a:xfrm>
            <a:custGeom>
              <a:rect b="b" l="l" r="r" t="t"/>
              <a:pathLst>
                <a:path extrusionOk="0" h="418" w="2168">
                  <a:moveTo>
                    <a:pt x="215" y="0"/>
                  </a:moveTo>
                  <a:cubicBezTo>
                    <a:pt x="96" y="0"/>
                    <a:pt x="1" y="96"/>
                    <a:pt x="1" y="215"/>
                  </a:cubicBezTo>
                  <a:cubicBezTo>
                    <a:pt x="1" y="334"/>
                    <a:pt x="96" y="417"/>
                    <a:pt x="215" y="417"/>
                  </a:cubicBezTo>
                  <a:lnTo>
                    <a:pt x="1954" y="417"/>
                  </a:lnTo>
                  <a:cubicBezTo>
                    <a:pt x="2073" y="417"/>
                    <a:pt x="2168" y="334"/>
                    <a:pt x="2168" y="215"/>
                  </a:cubicBezTo>
                  <a:cubicBezTo>
                    <a:pt x="2168" y="96"/>
                    <a:pt x="2061" y="0"/>
                    <a:pt x="1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2717157" y="3938782"/>
              <a:ext cx="69002" cy="13272"/>
            </a:xfrm>
            <a:custGeom>
              <a:rect b="b" l="l" r="r" t="t"/>
              <a:pathLst>
                <a:path extrusionOk="0" h="417" w="2168">
                  <a:moveTo>
                    <a:pt x="215" y="0"/>
                  </a:moveTo>
                  <a:cubicBezTo>
                    <a:pt x="96" y="0"/>
                    <a:pt x="1" y="95"/>
                    <a:pt x="1" y="214"/>
                  </a:cubicBezTo>
                  <a:cubicBezTo>
                    <a:pt x="1" y="334"/>
                    <a:pt x="96" y="417"/>
                    <a:pt x="215" y="417"/>
                  </a:cubicBezTo>
                  <a:lnTo>
                    <a:pt x="1954" y="417"/>
                  </a:lnTo>
                  <a:cubicBezTo>
                    <a:pt x="2073" y="417"/>
                    <a:pt x="2168" y="334"/>
                    <a:pt x="2168" y="214"/>
                  </a:cubicBezTo>
                  <a:cubicBezTo>
                    <a:pt x="2168" y="95"/>
                    <a:pt x="2061" y="0"/>
                    <a:pt x="19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2717157" y="3960361"/>
              <a:ext cx="69002" cy="13304"/>
            </a:xfrm>
            <a:custGeom>
              <a:rect b="b" l="l" r="r" t="t"/>
              <a:pathLst>
                <a:path extrusionOk="0" h="418" w="2168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8"/>
                    <a:pt x="215" y="418"/>
                  </a:cubicBezTo>
                  <a:lnTo>
                    <a:pt x="1954" y="418"/>
                  </a:lnTo>
                  <a:cubicBezTo>
                    <a:pt x="2073" y="418"/>
                    <a:pt x="2168" y="322"/>
                    <a:pt x="2168" y="203"/>
                  </a:cubicBezTo>
                  <a:cubicBezTo>
                    <a:pt x="2168" y="84"/>
                    <a:pt x="2061" y="1"/>
                    <a:pt x="19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2655793" y="4020993"/>
              <a:ext cx="84152" cy="82656"/>
            </a:xfrm>
            <a:custGeom>
              <a:rect b="b" l="l" r="r" t="t"/>
              <a:pathLst>
                <a:path extrusionOk="0" h="2597" w="2644">
                  <a:moveTo>
                    <a:pt x="1322" y="1"/>
                  </a:moveTo>
                  <a:cubicBezTo>
                    <a:pt x="595" y="1"/>
                    <a:pt x="0" y="596"/>
                    <a:pt x="0" y="1322"/>
                  </a:cubicBezTo>
                  <a:cubicBezTo>
                    <a:pt x="0" y="1620"/>
                    <a:pt x="84" y="1882"/>
                    <a:pt x="262" y="2120"/>
                  </a:cubicBezTo>
                  <a:cubicBezTo>
                    <a:pt x="312" y="2177"/>
                    <a:pt x="379" y="2204"/>
                    <a:pt x="442" y="2204"/>
                  </a:cubicBezTo>
                  <a:cubicBezTo>
                    <a:pt x="485" y="2204"/>
                    <a:pt x="526" y="2192"/>
                    <a:pt x="560" y="2168"/>
                  </a:cubicBezTo>
                  <a:cubicBezTo>
                    <a:pt x="655" y="2096"/>
                    <a:pt x="667" y="1965"/>
                    <a:pt x="607" y="1870"/>
                  </a:cubicBezTo>
                  <a:cubicBezTo>
                    <a:pt x="488" y="1703"/>
                    <a:pt x="429" y="1525"/>
                    <a:pt x="429" y="1322"/>
                  </a:cubicBezTo>
                  <a:cubicBezTo>
                    <a:pt x="429" y="822"/>
                    <a:pt x="834" y="406"/>
                    <a:pt x="1334" y="406"/>
                  </a:cubicBezTo>
                  <a:cubicBezTo>
                    <a:pt x="1846" y="406"/>
                    <a:pt x="2239" y="810"/>
                    <a:pt x="2239" y="1322"/>
                  </a:cubicBezTo>
                  <a:cubicBezTo>
                    <a:pt x="2239" y="1620"/>
                    <a:pt x="2096" y="1894"/>
                    <a:pt x="1846" y="2061"/>
                  </a:cubicBezTo>
                  <a:cubicBezTo>
                    <a:pt x="1822" y="2061"/>
                    <a:pt x="1822" y="2073"/>
                    <a:pt x="1810" y="2073"/>
                  </a:cubicBezTo>
                  <a:lnTo>
                    <a:pt x="1798" y="2073"/>
                  </a:lnTo>
                  <a:cubicBezTo>
                    <a:pt x="1786" y="2073"/>
                    <a:pt x="1786" y="2096"/>
                    <a:pt x="1762" y="2096"/>
                  </a:cubicBezTo>
                  <a:lnTo>
                    <a:pt x="1750" y="2096"/>
                  </a:lnTo>
                  <a:cubicBezTo>
                    <a:pt x="1738" y="2096"/>
                    <a:pt x="1738" y="2108"/>
                    <a:pt x="1727" y="2108"/>
                  </a:cubicBezTo>
                  <a:cubicBezTo>
                    <a:pt x="1703" y="2108"/>
                    <a:pt x="1691" y="2120"/>
                    <a:pt x="1691" y="2120"/>
                  </a:cubicBezTo>
                  <a:lnTo>
                    <a:pt x="1679" y="2120"/>
                  </a:lnTo>
                  <a:cubicBezTo>
                    <a:pt x="1667" y="2120"/>
                    <a:pt x="1667" y="2120"/>
                    <a:pt x="1643" y="2144"/>
                  </a:cubicBezTo>
                  <a:lnTo>
                    <a:pt x="1631" y="2144"/>
                  </a:lnTo>
                  <a:cubicBezTo>
                    <a:pt x="1619" y="2144"/>
                    <a:pt x="1608" y="2156"/>
                    <a:pt x="1608" y="2156"/>
                  </a:cubicBezTo>
                  <a:cubicBezTo>
                    <a:pt x="1584" y="2156"/>
                    <a:pt x="1572" y="2156"/>
                    <a:pt x="1560" y="2168"/>
                  </a:cubicBezTo>
                  <a:lnTo>
                    <a:pt x="1072" y="2168"/>
                  </a:lnTo>
                  <a:cubicBezTo>
                    <a:pt x="1048" y="2168"/>
                    <a:pt x="1036" y="2168"/>
                    <a:pt x="1024" y="2156"/>
                  </a:cubicBezTo>
                  <a:cubicBezTo>
                    <a:pt x="1012" y="2156"/>
                    <a:pt x="988" y="2144"/>
                    <a:pt x="988" y="2144"/>
                  </a:cubicBezTo>
                  <a:lnTo>
                    <a:pt x="976" y="2144"/>
                  </a:lnTo>
                  <a:cubicBezTo>
                    <a:pt x="951" y="2133"/>
                    <a:pt x="925" y="2127"/>
                    <a:pt x="899" y="2127"/>
                  </a:cubicBezTo>
                  <a:cubicBezTo>
                    <a:pt x="817" y="2127"/>
                    <a:pt x="742" y="2181"/>
                    <a:pt x="715" y="2263"/>
                  </a:cubicBezTo>
                  <a:cubicBezTo>
                    <a:pt x="667" y="2358"/>
                    <a:pt x="726" y="2501"/>
                    <a:pt x="834" y="2525"/>
                  </a:cubicBezTo>
                  <a:lnTo>
                    <a:pt x="846" y="2525"/>
                  </a:lnTo>
                  <a:cubicBezTo>
                    <a:pt x="857" y="2525"/>
                    <a:pt x="869" y="2537"/>
                    <a:pt x="905" y="2537"/>
                  </a:cubicBezTo>
                  <a:cubicBezTo>
                    <a:pt x="917" y="2537"/>
                    <a:pt x="929" y="2561"/>
                    <a:pt x="965" y="2561"/>
                  </a:cubicBezTo>
                  <a:lnTo>
                    <a:pt x="976" y="2561"/>
                  </a:lnTo>
                  <a:cubicBezTo>
                    <a:pt x="988" y="2561"/>
                    <a:pt x="1012" y="2561"/>
                    <a:pt x="1024" y="2573"/>
                  </a:cubicBezTo>
                  <a:lnTo>
                    <a:pt x="1036" y="2573"/>
                  </a:lnTo>
                  <a:cubicBezTo>
                    <a:pt x="1048" y="2573"/>
                    <a:pt x="1072" y="2573"/>
                    <a:pt x="1096" y="2584"/>
                  </a:cubicBezTo>
                  <a:cubicBezTo>
                    <a:pt x="1107" y="2584"/>
                    <a:pt x="1143" y="2584"/>
                    <a:pt x="1155" y="2596"/>
                  </a:cubicBezTo>
                  <a:lnTo>
                    <a:pt x="1429" y="2596"/>
                  </a:lnTo>
                  <a:cubicBezTo>
                    <a:pt x="1441" y="2596"/>
                    <a:pt x="1465" y="2596"/>
                    <a:pt x="1488" y="2584"/>
                  </a:cubicBezTo>
                  <a:cubicBezTo>
                    <a:pt x="1500" y="2584"/>
                    <a:pt x="1524" y="2584"/>
                    <a:pt x="1548" y="2573"/>
                  </a:cubicBezTo>
                  <a:lnTo>
                    <a:pt x="1560" y="2573"/>
                  </a:lnTo>
                  <a:cubicBezTo>
                    <a:pt x="1572" y="2573"/>
                    <a:pt x="1584" y="2573"/>
                    <a:pt x="1608" y="2561"/>
                  </a:cubicBezTo>
                  <a:lnTo>
                    <a:pt x="1619" y="2561"/>
                  </a:lnTo>
                  <a:cubicBezTo>
                    <a:pt x="1631" y="2561"/>
                    <a:pt x="1643" y="2537"/>
                    <a:pt x="1679" y="2537"/>
                  </a:cubicBezTo>
                  <a:cubicBezTo>
                    <a:pt x="1691" y="2537"/>
                    <a:pt x="1703" y="2525"/>
                    <a:pt x="1738" y="2525"/>
                  </a:cubicBezTo>
                  <a:lnTo>
                    <a:pt x="1750" y="2525"/>
                  </a:lnTo>
                  <a:cubicBezTo>
                    <a:pt x="1762" y="2525"/>
                    <a:pt x="1786" y="2513"/>
                    <a:pt x="1798" y="2513"/>
                  </a:cubicBezTo>
                  <a:lnTo>
                    <a:pt x="1810" y="2513"/>
                  </a:lnTo>
                  <a:cubicBezTo>
                    <a:pt x="1822" y="2513"/>
                    <a:pt x="1846" y="2489"/>
                    <a:pt x="1858" y="2477"/>
                  </a:cubicBezTo>
                  <a:cubicBezTo>
                    <a:pt x="1869" y="2465"/>
                    <a:pt x="1881" y="2465"/>
                    <a:pt x="1905" y="2454"/>
                  </a:cubicBezTo>
                  <a:lnTo>
                    <a:pt x="1917" y="2430"/>
                  </a:lnTo>
                  <a:cubicBezTo>
                    <a:pt x="1929" y="2430"/>
                    <a:pt x="1941" y="2418"/>
                    <a:pt x="1941" y="2418"/>
                  </a:cubicBezTo>
                  <a:lnTo>
                    <a:pt x="1965" y="2406"/>
                  </a:lnTo>
                  <a:cubicBezTo>
                    <a:pt x="1977" y="2394"/>
                    <a:pt x="1989" y="2394"/>
                    <a:pt x="2000" y="2370"/>
                  </a:cubicBezTo>
                  <a:cubicBezTo>
                    <a:pt x="2381" y="2120"/>
                    <a:pt x="2584" y="1715"/>
                    <a:pt x="2584" y="1275"/>
                  </a:cubicBezTo>
                  <a:cubicBezTo>
                    <a:pt x="2643" y="596"/>
                    <a:pt x="2048" y="1"/>
                    <a:pt x="13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0" name="Google Shape;740;p6"/>
          <p:cNvSpPr txBox="1"/>
          <p:nvPr>
            <p:ph idx="1" type="subTitle"/>
          </p:nvPr>
        </p:nvSpPr>
        <p:spPr>
          <a:xfrm>
            <a:off x="5642375" y="1977125"/>
            <a:ext cx="2623800" cy="21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Aumento de </a:t>
            </a:r>
            <a:r>
              <a:rPr lang="en" sz="1100">
                <a:solidFill>
                  <a:schemeClr val="lt1"/>
                </a:solidFill>
              </a:rPr>
              <a:t>Interacción</a:t>
            </a:r>
            <a:r>
              <a:rPr lang="en" sz="1100">
                <a:solidFill>
                  <a:schemeClr val="lt1"/>
                </a:solidFill>
              </a:rPr>
              <a:t>  Usuario - Medio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Ganancia Monetaria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Aumento en </a:t>
            </a:r>
            <a:r>
              <a:rPr lang="en" sz="1100">
                <a:solidFill>
                  <a:schemeClr val="lt1"/>
                </a:solidFill>
              </a:rPr>
              <a:t>Visualización</a:t>
            </a:r>
            <a:r>
              <a:rPr lang="en" sz="1100">
                <a:solidFill>
                  <a:schemeClr val="lt1"/>
                </a:solidFill>
              </a:rPr>
              <a:t> y Visitas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Mejor Posicionamiento de la </a:t>
            </a:r>
            <a:r>
              <a:rPr lang="en" sz="1100">
                <a:solidFill>
                  <a:schemeClr val="lt1"/>
                </a:solidFill>
              </a:rPr>
              <a:t>Página</a:t>
            </a:r>
            <a:br>
              <a:rPr lang="en" sz="1100">
                <a:solidFill>
                  <a:schemeClr val="lt1"/>
                </a:solidFill>
              </a:rPr>
            </a:br>
            <a:br>
              <a:rPr lang="en" sz="1100">
                <a:solidFill>
                  <a:schemeClr val="lt1"/>
                </a:solidFill>
              </a:rPr>
            </a:br>
            <a:br>
              <a:rPr lang="en" sz="1100"/>
            </a:b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"/>
          <p:cNvSpPr txBox="1"/>
          <p:nvPr/>
        </p:nvSpPr>
        <p:spPr>
          <a:xfrm>
            <a:off x="6235406" y="-198718"/>
            <a:ext cx="40896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7"/>
          <p:cNvSpPr txBox="1"/>
          <p:nvPr/>
        </p:nvSpPr>
        <p:spPr>
          <a:xfrm>
            <a:off x="541963" y="125497"/>
            <a:ext cx="41760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Roboto"/>
                <a:ea typeface="Roboto"/>
                <a:cs typeface="Roboto"/>
                <a:sym typeface="Roboto"/>
              </a:rPr>
              <a:t>Metodología Utilizada</a:t>
            </a:r>
            <a:endParaRPr b="1" sz="2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7" name="Google Shape;74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3476" y="699125"/>
            <a:ext cx="5237051" cy="4134499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7"/>
          <p:cNvSpPr/>
          <p:nvPr/>
        </p:nvSpPr>
        <p:spPr>
          <a:xfrm>
            <a:off x="7953915" y="5709446"/>
            <a:ext cx="1536900" cy="587100"/>
          </a:xfrm>
          <a:prstGeom prst="rect">
            <a:avLst/>
          </a:prstGeom>
          <a:solidFill>
            <a:srgbClr val="FFFFFF"/>
          </a:solidFill>
          <a:ln cap="flat" cmpd="sng" w="5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450" lIns="55450" spcFirstLastPara="1" rIns="55450" wrap="square" tIns="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9" name="Google Shape;749;p7"/>
          <p:cNvCxnSpPr/>
          <p:nvPr/>
        </p:nvCxnSpPr>
        <p:spPr>
          <a:xfrm flipH="1" rot="10800000">
            <a:off x="541963" y="583906"/>
            <a:ext cx="3726600" cy="25800"/>
          </a:xfrm>
          <a:prstGeom prst="straightConnector1">
            <a:avLst/>
          </a:prstGeom>
          <a:noFill/>
          <a:ln cap="flat" cmpd="sng" w="5775">
            <a:solidFill>
              <a:srgbClr val="F39C1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"/>
          <p:cNvSpPr txBox="1"/>
          <p:nvPr/>
        </p:nvSpPr>
        <p:spPr>
          <a:xfrm>
            <a:off x="-1332024" y="1670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5" name="Google Shape;755;p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56" name="Google Shape;75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50" y="808700"/>
            <a:ext cx="7565075" cy="404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9"/>
          <p:cNvSpPr txBox="1"/>
          <p:nvPr/>
        </p:nvSpPr>
        <p:spPr>
          <a:xfrm>
            <a:off x="3531722" y="330724"/>
            <a:ext cx="22731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1">
                <a:solidFill>
                  <a:srgbClr val="000000"/>
                </a:solidFill>
              </a:rPr>
              <a:t>Tipología técnica </a:t>
            </a:r>
            <a:endParaRPr b="1" sz="2151">
              <a:solidFill>
                <a:srgbClr val="000000"/>
              </a:solidFill>
            </a:endParaRPr>
          </a:p>
        </p:txBody>
      </p:sp>
      <p:pic>
        <p:nvPicPr>
          <p:cNvPr descr="image.png" id="762" name="Google Shape;7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8254" y="1017256"/>
            <a:ext cx="2379479" cy="2036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3" name="Google Shape;76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2471" y="1017256"/>
            <a:ext cx="2379479" cy="2036236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9"/>
          <p:cNvSpPr txBox="1"/>
          <p:nvPr/>
        </p:nvSpPr>
        <p:spPr>
          <a:xfrm>
            <a:off x="3571951" y="1503609"/>
            <a:ext cx="22122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38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Sistema A: Portal Público (CMS)</a:t>
            </a:r>
            <a:endParaRPr sz="667">
              <a:solidFill>
                <a:schemeClr val="dk2"/>
              </a:solidFill>
            </a:endParaRPr>
          </a:p>
        </p:txBody>
      </p:sp>
      <p:sp>
        <p:nvSpPr>
          <p:cNvPr id="765" name="Google Shape;765;p9"/>
          <p:cNvSpPr txBox="1"/>
          <p:nvPr/>
        </p:nvSpPr>
        <p:spPr>
          <a:xfrm>
            <a:off x="3624624" y="1739967"/>
            <a:ext cx="2106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tropezon.space</a:t>
            </a:r>
            <a:endParaRPr sz="667"/>
          </a:p>
        </p:txBody>
      </p:sp>
      <p:pic>
        <p:nvPicPr>
          <p:cNvPr descr="image.png" id="766" name="Google Shape;76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9651" y="1899015"/>
            <a:ext cx="240902" cy="27272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9"/>
          <p:cNvSpPr txBox="1"/>
          <p:nvPr/>
        </p:nvSpPr>
        <p:spPr>
          <a:xfrm>
            <a:off x="6556106" y="1425859"/>
            <a:ext cx="2212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38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Sistema B: App de Datos (A Medida)</a:t>
            </a:r>
            <a:endParaRPr sz="667">
              <a:solidFill>
                <a:schemeClr val="dk2"/>
              </a:solidFill>
            </a:endParaRPr>
          </a:p>
        </p:txBody>
      </p:sp>
      <p:sp>
        <p:nvSpPr>
          <p:cNvPr id="768" name="Google Shape;768;p9"/>
          <p:cNvSpPr txBox="1"/>
          <p:nvPr/>
        </p:nvSpPr>
        <p:spPr>
          <a:xfrm>
            <a:off x="6608841" y="1908145"/>
            <a:ext cx="2106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form.tropezon.space</a:t>
            </a:r>
            <a:endParaRPr sz="667"/>
          </a:p>
        </p:txBody>
      </p:sp>
      <p:pic>
        <p:nvPicPr>
          <p:cNvPr descr="image.png" id="769" name="Google Shape;76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68982" y="1167253"/>
            <a:ext cx="218191" cy="218177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9"/>
          <p:cNvSpPr txBox="1"/>
          <p:nvPr/>
        </p:nvSpPr>
        <p:spPr>
          <a:xfrm>
            <a:off x="3624624" y="1958144"/>
            <a:ext cx="21069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Tecnología:</a:t>
            </a: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WordPress + Elementor.</a:t>
            </a:r>
            <a:endParaRPr sz="667"/>
          </a:p>
        </p:txBody>
      </p:sp>
      <p:sp>
        <p:nvSpPr>
          <p:cNvPr id="771" name="Google Shape;771;p9"/>
          <p:cNvSpPr txBox="1"/>
          <p:nvPr/>
        </p:nvSpPr>
        <p:spPr>
          <a:xfrm>
            <a:off x="3624624" y="2134489"/>
            <a:ext cx="2106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Función:</a:t>
            </a: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Gestión de contenido público, noticias y diseño visual del diario.</a:t>
            </a:r>
            <a:endParaRPr sz="667"/>
          </a:p>
        </p:txBody>
      </p:sp>
      <p:sp>
        <p:nvSpPr>
          <p:cNvPr id="772" name="Google Shape;772;p9"/>
          <p:cNvSpPr txBox="1"/>
          <p:nvPr/>
        </p:nvSpPr>
        <p:spPr>
          <a:xfrm>
            <a:off x="3624624" y="2441726"/>
            <a:ext cx="21069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Base de Datos:</a:t>
            </a: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Propia (`..._wp_2vdgb`).</a:t>
            </a:r>
            <a:endParaRPr sz="667"/>
          </a:p>
        </p:txBody>
      </p:sp>
      <p:pic>
        <p:nvPicPr>
          <p:cNvPr descr="image.png" id="773" name="Google Shape;77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5850" y="1167253"/>
            <a:ext cx="272720" cy="218176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9"/>
          <p:cNvSpPr txBox="1"/>
          <p:nvPr/>
        </p:nvSpPr>
        <p:spPr>
          <a:xfrm>
            <a:off x="6608841" y="2126321"/>
            <a:ext cx="21069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Tecnología:</a:t>
            </a: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PHP Nativo, MySQL, Bootstrap 5.</a:t>
            </a:r>
            <a:endParaRPr sz="667"/>
          </a:p>
        </p:txBody>
      </p:sp>
      <p:sp>
        <p:nvSpPr>
          <p:cNvPr id="775" name="Google Shape;775;p9"/>
          <p:cNvSpPr txBox="1"/>
          <p:nvPr/>
        </p:nvSpPr>
        <p:spPr>
          <a:xfrm>
            <a:off x="6608841" y="2302667"/>
            <a:ext cx="2106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Función:</a:t>
            </a: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Captura y gestión segura de datos sensibles (formularios y panel de admin).</a:t>
            </a:r>
            <a:endParaRPr sz="667"/>
          </a:p>
        </p:txBody>
      </p:sp>
      <p:sp>
        <p:nvSpPr>
          <p:cNvPr id="776" name="Google Shape;776;p9"/>
          <p:cNvSpPr txBox="1"/>
          <p:nvPr/>
        </p:nvSpPr>
        <p:spPr>
          <a:xfrm>
            <a:off x="6608841" y="2609904"/>
            <a:ext cx="2106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Base de Datos:</a:t>
            </a:r>
            <a:r>
              <a:rPr b="0" i="0" lang="en" sz="66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Propia e independiente (`..._form_datos`).</a:t>
            </a:r>
            <a:endParaRPr sz="667"/>
          </a:p>
        </p:txBody>
      </p:sp>
      <p:pic>
        <p:nvPicPr>
          <p:cNvPr descr="image.png" id="777" name="Google Shape;77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42128" y="3252178"/>
            <a:ext cx="1599562" cy="1443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8" name="Google Shape;77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70349" y="3252178"/>
            <a:ext cx="1599562" cy="1443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9" name="Google Shape;779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98570" y="3252178"/>
            <a:ext cx="1599562" cy="1443843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9"/>
          <p:cNvSpPr txBox="1"/>
          <p:nvPr/>
        </p:nvSpPr>
        <p:spPr>
          <a:xfrm>
            <a:off x="3746109" y="3719201"/>
            <a:ext cx="13917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64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Seguridad Mejorada</a:t>
            </a:r>
            <a:endParaRPr sz="593">
              <a:solidFill>
                <a:schemeClr val="dk2"/>
              </a:solidFill>
            </a:endParaRPr>
          </a:p>
        </p:txBody>
      </p:sp>
      <p:sp>
        <p:nvSpPr>
          <p:cNvPr id="781" name="Google Shape;781;p9"/>
          <p:cNvSpPr txBox="1"/>
          <p:nvPr/>
        </p:nvSpPr>
        <p:spPr>
          <a:xfrm>
            <a:off x="3779245" y="3942000"/>
            <a:ext cx="13254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9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Los datos sensibles (RUT, teléfonos) están en una base de datos **aislada**. Un ataque al WordPress público no expone la información privada del panel.</a:t>
            </a:r>
            <a:endParaRPr sz="593"/>
          </a:p>
        </p:txBody>
      </p:sp>
      <p:sp>
        <p:nvSpPr>
          <p:cNvPr id="782" name="Google Shape;782;p9"/>
          <p:cNvSpPr txBox="1"/>
          <p:nvPr/>
        </p:nvSpPr>
        <p:spPr>
          <a:xfrm>
            <a:off x="5474330" y="3719201"/>
            <a:ext cx="13917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64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Rendimiento Superior</a:t>
            </a:r>
            <a:endParaRPr sz="593">
              <a:solidFill>
                <a:schemeClr val="dk2"/>
              </a:solidFill>
            </a:endParaRPr>
          </a:p>
        </p:txBody>
      </p:sp>
      <p:sp>
        <p:nvSpPr>
          <p:cNvPr id="783" name="Google Shape;783;p9"/>
          <p:cNvSpPr txBox="1"/>
          <p:nvPr/>
        </p:nvSpPr>
        <p:spPr>
          <a:xfrm>
            <a:off x="5507466" y="3942000"/>
            <a:ext cx="13254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9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App de formularios (PHP) es ultra-ligera. **No carga plugins** ni el motor pesado de WordPress, asegurando un envío de datos rápido y fiable.</a:t>
            </a:r>
            <a:endParaRPr sz="593"/>
          </a:p>
        </p:txBody>
      </p:sp>
      <p:sp>
        <p:nvSpPr>
          <p:cNvPr id="784" name="Google Shape;784;p9"/>
          <p:cNvSpPr txBox="1"/>
          <p:nvPr/>
        </p:nvSpPr>
        <p:spPr>
          <a:xfrm>
            <a:off x="7202551" y="3719201"/>
            <a:ext cx="13917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64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Mantenimiento Simple</a:t>
            </a:r>
            <a:endParaRPr sz="593">
              <a:solidFill>
                <a:schemeClr val="dk2"/>
              </a:solidFill>
            </a:endParaRPr>
          </a:p>
        </p:txBody>
      </p:sp>
      <p:sp>
        <p:nvSpPr>
          <p:cNvPr id="785" name="Google Shape;785;p9"/>
          <p:cNvSpPr txBox="1"/>
          <p:nvPr/>
        </p:nvSpPr>
        <p:spPr>
          <a:xfrm>
            <a:off x="7235687" y="3942000"/>
            <a:ext cx="13254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9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 pueden actualizar el CMS (WordPress) y la App (PHP) de forma **independiente**. Una actualización de plugin **nunca** "romperá" el panel de admin.</a:t>
            </a:r>
            <a:endParaRPr sz="593"/>
          </a:p>
        </p:txBody>
      </p:sp>
      <p:pic>
        <p:nvPicPr>
          <p:cNvPr descr="image.png" id="786" name="Google Shape;786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39094" y="3402140"/>
            <a:ext cx="205661" cy="205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7" name="Google Shape;787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67315" y="3402140"/>
            <a:ext cx="205675" cy="205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8" name="Google Shape;788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95536" y="3402140"/>
            <a:ext cx="205661" cy="205661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9"/>
          <p:cNvSpPr txBox="1"/>
          <p:nvPr/>
        </p:nvSpPr>
        <p:spPr>
          <a:xfrm>
            <a:off x="484550" y="1316003"/>
            <a:ext cx="2543700" cy="23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25" lIns="41125" spcFirstLastPara="1" rIns="41125" wrap="square" tIns="41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5">
                <a:solidFill>
                  <a:srgbClr val="000000"/>
                </a:solidFill>
              </a:rPr>
              <a:t>Se implementó una </a:t>
            </a:r>
            <a:r>
              <a:rPr b="1" lang="en" sz="1335">
                <a:solidFill>
                  <a:srgbClr val="000000"/>
                </a:solidFill>
              </a:rPr>
              <a:t>arquitectura híbrida y desacoplada</a:t>
            </a:r>
            <a:r>
              <a:rPr lang="en" sz="1335">
                <a:solidFill>
                  <a:srgbClr val="000000"/>
                </a:solidFill>
              </a:rPr>
              <a:t>: se usa </a:t>
            </a:r>
            <a:r>
              <a:rPr b="1" lang="en" sz="1335">
                <a:solidFill>
                  <a:srgbClr val="000000"/>
                </a:solidFill>
              </a:rPr>
              <a:t>WordPress</a:t>
            </a:r>
            <a:r>
              <a:rPr lang="en" sz="1335">
                <a:solidFill>
                  <a:srgbClr val="000000"/>
                </a:solidFill>
              </a:rPr>
              <a:t> para el portal público y una </a:t>
            </a:r>
            <a:r>
              <a:rPr b="1" lang="en" sz="1335">
                <a:solidFill>
                  <a:srgbClr val="000000"/>
                </a:solidFill>
              </a:rPr>
              <a:t>aplicación PHP a medida</a:t>
            </a:r>
            <a:r>
              <a:rPr lang="en" sz="1335">
                <a:solidFill>
                  <a:srgbClr val="000000"/>
                </a:solidFill>
              </a:rPr>
              <a:t> (independiente y segura) para los formularios y el panel de administración.</a:t>
            </a:r>
            <a:endParaRPr sz="163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0" name="Google Shape;790;p9"/>
          <p:cNvCxnSpPr/>
          <p:nvPr/>
        </p:nvCxnSpPr>
        <p:spPr>
          <a:xfrm flipH="1" rot="10800000">
            <a:off x="3295940" y="700523"/>
            <a:ext cx="2764500" cy="19200"/>
          </a:xfrm>
          <a:prstGeom prst="straightConnector1">
            <a:avLst/>
          </a:prstGeom>
          <a:noFill/>
          <a:ln cap="flat" cmpd="sng" w="42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95" name="Google Shape;795;g3ae54f211d1_2_3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75" y="184975"/>
            <a:ext cx="2900962" cy="252515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g3ae54f211d1_2_316"/>
          <p:cNvSpPr txBox="1"/>
          <p:nvPr/>
        </p:nvSpPr>
        <p:spPr>
          <a:xfrm>
            <a:off x="213815" y="641554"/>
            <a:ext cx="26970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66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Formulario Noticia</a:t>
            </a:r>
            <a:endParaRPr sz="813">
              <a:solidFill>
                <a:schemeClr val="dk2"/>
              </a:solidFill>
            </a:endParaRPr>
          </a:p>
        </p:txBody>
      </p:sp>
      <p:sp>
        <p:nvSpPr>
          <p:cNvPr id="797" name="Google Shape;797;g3ae54f211d1_2_316"/>
          <p:cNvSpPr txBox="1"/>
          <p:nvPr/>
        </p:nvSpPr>
        <p:spPr>
          <a:xfrm>
            <a:off x="213815" y="884070"/>
            <a:ext cx="2568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chemeClr val="lt2"/>
                </a:solidFill>
              </a:rPr>
              <a:t>Funcion:</a:t>
            </a:r>
            <a:br>
              <a:rPr lang="en" sz="813">
                <a:solidFill>
                  <a:schemeClr val="lt2"/>
                </a:solidFill>
              </a:rPr>
            </a:br>
            <a:r>
              <a:rPr lang="en" sz="813">
                <a:solidFill>
                  <a:schemeClr val="lt2"/>
                </a:solidFill>
              </a:rPr>
              <a:t>Mejorar comunicación con cazanoticias</a:t>
            </a:r>
            <a:endParaRPr sz="813">
              <a:solidFill>
                <a:schemeClr val="lt2"/>
              </a:solidFill>
            </a:endParaRPr>
          </a:p>
        </p:txBody>
      </p:sp>
      <p:sp>
        <p:nvSpPr>
          <p:cNvPr id="798" name="Google Shape;798;g3ae54f211d1_2_316"/>
          <p:cNvSpPr txBox="1"/>
          <p:nvPr/>
        </p:nvSpPr>
        <p:spPr>
          <a:xfrm>
            <a:off x="213833" y="1411801"/>
            <a:ext cx="25686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Elementos Claves:</a:t>
            </a:r>
            <a:b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" sz="813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Validación de unicidad por RUT (Anti-duplicidad).</a:t>
            </a:r>
            <a:endParaRPr sz="813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-Notificación</a:t>
            </a: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correo sobre solicitud</a:t>
            </a:r>
            <a:b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-Subida segura de evidencias (imágenes/documentos)  con encriptación de nombres de archivo.</a:t>
            </a:r>
            <a:b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813"/>
          </a:p>
        </p:txBody>
      </p:sp>
      <p:pic>
        <p:nvPicPr>
          <p:cNvPr id="799" name="Google Shape;799;g3ae54f211d1_2_3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5154" y="2860500"/>
            <a:ext cx="2053696" cy="2249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g3ae54f211d1_2_316"/>
          <p:cNvGrpSpPr/>
          <p:nvPr/>
        </p:nvGrpSpPr>
        <p:grpSpPr>
          <a:xfrm>
            <a:off x="1375153" y="267297"/>
            <a:ext cx="374177" cy="374262"/>
            <a:chOff x="775325" y="4143525"/>
            <a:chExt cx="468775" cy="468883"/>
          </a:xfrm>
        </p:grpSpPr>
        <p:sp>
          <p:nvSpPr>
            <p:cNvPr id="801" name="Google Shape;801;g3ae54f211d1_2_316"/>
            <p:cNvSpPr/>
            <p:nvPr/>
          </p:nvSpPr>
          <p:spPr>
            <a:xfrm>
              <a:off x="851953" y="4143525"/>
              <a:ext cx="392147" cy="390479"/>
            </a:xfrm>
            <a:custGeom>
              <a:rect b="b" l="l" r="r" t="t"/>
              <a:pathLst>
                <a:path extrusionOk="0" h="36273" w="36428">
                  <a:moveTo>
                    <a:pt x="31907" y="5435"/>
                  </a:moveTo>
                  <a:lnTo>
                    <a:pt x="20788" y="22612"/>
                  </a:lnTo>
                  <a:lnTo>
                    <a:pt x="18511" y="26131"/>
                  </a:lnTo>
                  <a:lnTo>
                    <a:pt x="8884" y="28458"/>
                  </a:lnTo>
                  <a:lnTo>
                    <a:pt x="31907" y="5435"/>
                  </a:lnTo>
                  <a:close/>
                  <a:moveTo>
                    <a:pt x="35713" y="94"/>
                  </a:moveTo>
                  <a:cubicBezTo>
                    <a:pt x="35665" y="94"/>
                    <a:pt x="35615" y="100"/>
                    <a:pt x="35565" y="112"/>
                  </a:cubicBezTo>
                  <a:lnTo>
                    <a:pt x="35564" y="112"/>
                  </a:lnTo>
                  <a:cubicBezTo>
                    <a:pt x="35555" y="114"/>
                    <a:pt x="36041" y="1"/>
                    <a:pt x="660" y="8270"/>
                  </a:cubicBezTo>
                  <a:cubicBezTo>
                    <a:pt x="169" y="8385"/>
                    <a:pt x="0" y="8998"/>
                    <a:pt x="362" y="9348"/>
                  </a:cubicBezTo>
                  <a:lnTo>
                    <a:pt x="1592" y="10537"/>
                  </a:lnTo>
                  <a:cubicBezTo>
                    <a:pt x="1716" y="10656"/>
                    <a:pt x="1875" y="10715"/>
                    <a:pt x="2034" y="10715"/>
                  </a:cubicBezTo>
                  <a:cubicBezTo>
                    <a:pt x="2201" y="10715"/>
                    <a:pt x="2368" y="10650"/>
                    <a:pt x="2493" y="10522"/>
                  </a:cubicBezTo>
                  <a:cubicBezTo>
                    <a:pt x="2737" y="10269"/>
                    <a:pt x="2730" y="9866"/>
                    <a:pt x="2477" y="9621"/>
                  </a:cubicBezTo>
                  <a:lnTo>
                    <a:pt x="2087" y="9244"/>
                  </a:lnTo>
                  <a:lnTo>
                    <a:pt x="32295" y="2184"/>
                  </a:lnTo>
                  <a:lnTo>
                    <a:pt x="32295" y="2184"/>
                  </a:lnTo>
                  <a:lnTo>
                    <a:pt x="9830" y="16725"/>
                  </a:lnTo>
                  <a:lnTo>
                    <a:pt x="4431" y="11509"/>
                  </a:lnTo>
                  <a:cubicBezTo>
                    <a:pt x="4307" y="11389"/>
                    <a:pt x="4148" y="11330"/>
                    <a:pt x="3988" y="11330"/>
                  </a:cubicBezTo>
                  <a:cubicBezTo>
                    <a:pt x="3821" y="11330"/>
                    <a:pt x="3655" y="11395"/>
                    <a:pt x="3530" y="11524"/>
                  </a:cubicBezTo>
                  <a:cubicBezTo>
                    <a:pt x="3286" y="11777"/>
                    <a:pt x="3293" y="12180"/>
                    <a:pt x="3546" y="12423"/>
                  </a:cubicBezTo>
                  <a:lnTo>
                    <a:pt x="9046" y="17739"/>
                  </a:lnTo>
                  <a:lnTo>
                    <a:pt x="7766" y="23038"/>
                  </a:lnTo>
                  <a:cubicBezTo>
                    <a:pt x="7683" y="23379"/>
                    <a:pt x="7894" y="23723"/>
                    <a:pt x="8235" y="23806"/>
                  </a:cubicBezTo>
                  <a:cubicBezTo>
                    <a:pt x="8286" y="23818"/>
                    <a:pt x="8336" y="23824"/>
                    <a:pt x="8385" y="23824"/>
                  </a:cubicBezTo>
                  <a:cubicBezTo>
                    <a:pt x="8673" y="23824"/>
                    <a:pt x="8933" y="23628"/>
                    <a:pt x="9004" y="23337"/>
                  </a:cubicBezTo>
                  <a:lnTo>
                    <a:pt x="10311" y="17931"/>
                  </a:lnTo>
                  <a:lnTo>
                    <a:pt x="13829" y="15653"/>
                  </a:lnTo>
                  <a:lnTo>
                    <a:pt x="31005" y="4534"/>
                  </a:lnTo>
                  <a:lnTo>
                    <a:pt x="7983" y="27557"/>
                  </a:lnTo>
                  <a:lnTo>
                    <a:pt x="8365" y="25976"/>
                  </a:lnTo>
                  <a:cubicBezTo>
                    <a:pt x="8448" y="25634"/>
                    <a:pt x="8238" y="25290"/>
                    <a:pt x="7896" y="25208"/>
                  </a:cubicBezTo>
                  <a:cubicBezTo>
                    <a:pt x="7846" y="25195"/>
                    <a:pt x="7795" y="25190"/>
                    <a:pt x="7746" y="25190"/>
                  </a:cubicBezTo>
                  <a:cubicBezTo>
                    <a:pt x="7458" y="25190"/>
                    <a:pt x="7199" y="25385"/>
                    <a:pt x="7128" y="25677"/>
                  </a:cubicBezTo>
                  <a:lnTo>
                    <a:pt x="6213" y="29459"/>
                  </a:lnTo>
                  <a:cubicBezTo>
                    <a:pt x="6114" y="29868"/>
                    <a:pt x="6434" y="30245"/>
                    <a:pt x="6831" y="30245"/>
                  </a:cubicBezTo>
                  <a:cubicBezTo>
                    <a:pt x="6880" y="30245"/>
                    <a:pt x="6931" y="30239"/>
                    <a:pt x="6981" y="30227"/>
                  </a:cubicBezTo>
                  <a:lnTo>
                    <a:pt x="18702" y="27394"/>
                  </a:lnTo>
                  <a:lnTo>
                    <a:pt x="27093" y="36078"/>
                  </a:lnTo>
                  <a:cubicBezTo>
                    <a:pt x="27222" y="36211"/>
                    <a:pt x="27386" y="36272"/>
                    <a:pt x="27548" y="36272"/>
                  </a:cubicBezTo>
                  <a:cubicBezTo>
                    <a:pt x="27827" y="36272"/>
                    <a:pt x="28099" y="36091"/>
                    <a:pt x="28171" y="35781"/>
                  </a:cubicBezTo>
                  <a:lnTo>
                    <a:pt x="33640" y="12387"/>
                  </a:lnTo>
                  <a:cubicBezTo>
                    <a:pt x="33719" y="12044"/>
                    <a:pt x="33506" y="11702"/>
                    <a:pt x="33164" y="11622"/>
                  </a:cubicBezTo>
                  <a:cubicBezTo>
                    <a:pt x="33115" y="11611"/>
                    <a:pt x="33067" y="11605"/>
                    <a:pt x="33018" y="11605"/>
                  </a:cubicBezTo>
                  <a:cubicBezTo>
                    <a:pt x="32729" y="11605"/>
                    <a:pt x="32467" y="11803"/>
                    <a:pt x="32399" y="12097"/>
                  </a:cubicBezTo>
                  <a:lnTo>
                    <a:pt x="27197" y="34353"/>
                  </a:lnTo>
                  <a:lnTo>
                    <a:pt x="19716" y="26610"/>
                  </a:lnTo>
                  <a:lnTo>
                    <a:pt x="34258" y="4147"/>
                  </a:lnTo>
                  <a:lnTo>
                    <a:pt x="33017" y="9453"/>
                  </a:lnTo>
                  <a:cubicBezTo>
                    <a:pt x="32938" y="9796"/>
                    <a:pt x="33150" y="10138"/>
                    <a:pt x="33492" y="10218"/>
                  </a:cubicBezTo>
                  <a:cubicBezTo>
                    <a:pt x="33541" y="10229"/>
                    <a:pt x="33590" y="10235"/>
                    <a:pt x="33638" y="10235"/>
                  </a:cubicBezTo>
                  <a:cubicBezTo>
                    <a:pt x="33927" y="10235"/>
                    <a:pt x="34189" y="10037"/>
                    <a:pt x="34256" y="9743"/>
                  </a:cubicBezTo>
                  <a:lnTo>
                    <a:pt x="36328" y="880"/>
                  </a:lnTo>
                  <a:cubicBezTo>
                    <a:pt x="36427" y="473"/>
                    <a:pt x="36107" y="94"/>
                    <a:pt x="35713" y="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g3ae54f211d1_2_316"/>
            <p:cNvSpPr/>
            <p:nvPr/>
          </p:nvSpPr>
          <p:spPr>
            <a:xfrm>
              <a:off x="775325" y="4505404"/>
              <a:ext cx="108339" cy="107004"/>
            </a:xfrm>
            <a:custGeom>
              <a:rect b="b" l="l" r="r" t="t"/>
              <a:pathLst>
                <a:path extrusionOk="0" h="9940" w="10064">
                  <a:moveTo>
                    <a:pt x="9365" y="0"/>
                  </a:moveTo>
                  <a:cubicBezTo>
                    <a:pt x="9202" y="0"/>
                    <a:pt x="9039" y="63"/>
                    <a:pt x="8915" y="187"/>
                  </a:cubicBezTo>
                  <a:lnTo>
                    <a:pt x="249" y="8852"/>
                  </a:lnTo>
                  <a:cubicBezTo>
                    <a:pt x="0" y="9100"/>
                    <a:pt x="0" y="9503"/>
                    <a:pt x="249" y="9753"/>
                  </a:cubicBezTo>
                  <a:cubicBezTo>
                    <a:pt x="373" y="9877"/>
                    <a:pt x="536" y="9939"/>
                    <a:pt x="699" y="9939"/>
                  </a:cubicBezTo>
                  <a:cubicBezTo>
                    <a:pt x="862" y="9939"/>
                    <a:pt x="1025" y="9877"/>
                    <a:pt x="1149" y="9753"/>
                  </a:cubicBezTo>
                  <a:lnTo>
                    <a:pt x="9816" y="1087"/>
                  </a:lnTo>
                  <a:cubicBezTo>
                    <a:pt x="10064" y="838"/>
                    <a:pt x="10064" y="435"/>
                    <a:pt x="9816" y="187"/>
                  </a:cubicBezTo>
                  <a:cubicBezTo>
                    <a:pt x="9691" y="63"/>
                    <a:pt x="9528" y="0"/>
                    <a:pt x="93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g3ae54f211d1_2_316"/>
            <p:cNvSpPr/>
            <p:nvPr/>
          </p:nvSpPr>
          <p:spPr>
            <a:xfrm>
              <a:off x="775325" y="4437806"/>
              <a:ext cx="75430" cy="74085"/>
            </a:xfrm>
            <a:custGeom>
              <a:rect b="b" l="l" r="r" t="t"/>
              <a:pathLst>
                <a:path extrusionOk="0" h="6882" w="7007">
                  <a:moveTo>
                    <a:pt x="6307" y="0"/>
                  </a:moveTo>
                  <a:cubicBezTo>
                    <a:pt x="6144" y="0"/>
                    <a:pt x="5981" y="62"/>
                    <a:pt x="5857" y="186"/>
                  </a:cubicBezTo>
                  <a:lnTo>
                    <a:pt x="249" y="5794"/>
                  </a:lnTo>
                  <a:cubicBezTo>
                    <a:pt x="0" y="6044"/>
                    <a:pt x="0" y="6445"/>
                    <a:pt x="249" y="6695"/>
                  </a:cubicBezTo>
                  <a:cubicBezTo>
                    <a:pt x="374" y="6819"/>
                    <a:pt x="537" y="6881"/>
                    <a:pt x="699" y="6881"/>
                  </a:cubicBezTo>
                  <a:cubicBezTo>
                    <a:pt x="862" y="6881"/>
                    <a:pt x="1025" y="6819"/>
                    <a:pt x="1149" y="6695"/>
                  </a:cubicBezTo>
                  <a:lnTo>
                    <a:pt x="6757" y="1087"/>
                  </a:lnTo>
                  <a:cubicBezTo>
                    <a:pt x="7006" y="839"/>
                    <a:pt x="7006" y="436"/>
                    <a:pt x="6757" y="186"/>
                  </a:cubicBezTo>
                  <a:cubicBezTo>
                    <a:pt x="6633" y="62"/>
                    <a:pt x="6470" y="0"/>
                    <a:pt x="63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g3ae54f211d1_2_316"/>
            <p:cNvSpPr/>
            <p:nvPr/>
          </p:nvSpPr>
          <p:spPr>
            <a:xfrm>
              <a:off x="875829" y="4538289"/>
              <a:ext cx="75409" cy="74085"/>
            </a:xfrm>
            <a:custGeom>
              <a:rect b="b" l="l" r="r" t="t"/>
              <a:pathLst>
                <a:path extrusionOk="0" h="6882" w="7005">
                  <a:moveTo>
                    <a:pt x="6306" y="1"/>
                  </a:moveTo>
                  <a:cubicBezTo>
                    <a:pt x="6143" y="1"/>
                    <a:pt x="5980" y="63"/>
                    <a:pt x="5856" y="188"/>
                  </a:cubicBezTo>
                  <a:lnTo>
                    <a:pt x="248" y="5795"/>
                  </a:lnTo>
                  <a:cubicBezTo>
                    <a:pt x="0" y="6044"/>
                    <a:pt x="0" y="6447"/>
                    <a:pt x="248" y="6695"/>
                  </a:cubicBezTo>
                  <a:cubicBezTo>
                    <a:pt x="372" y="6819"/>
                    <a:pt x="535" y="6882"/>
                    <a:pt x="699" y="6882"/>
                  </a:cubicBezTo>
                  <a:cubicBezTo>
                    <a:pt x="862" y="6882"/>
                    <a:pt x="1025" y="6819"/>
                    <a:pt x="1149" y="6695"/>
                  </a:cubicBezTo>
                  <a:lnTo>
                    <a:pt x="6757" y="1088"/>
                  </a:lnTo>
                  <a:cubicBezTo>
                    <a:pt x="7005" y="839"/>
                    <a:pt x="7005" y="436"/>
                    <a:pt x="6757" y="188"/>
                  </a:cubicBezTo>
                  <a:cubicBezTo>
                    <a:pt x="6632" y="63"/>
                    <a:pt x="6469" y="1"/>
                    <a:pt x="63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05" name="Google Shape;805;g3ae54f211d1_2_3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525" y="2860500"/>
            <a:ext cx="1797599" cy="224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6" name="Google Shape;806;g3ae54f211d1_2_3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9488" y="184975"/>
            <a:ext cx="2900962" cy="252515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ae54f211d1_2_316"/>
          <p:cNvSpPr txBox="1"/>
          <p:nvPr/>
        </p:nvSpPr>
        <p:spPr>
          <a:xfrm>
            <a:off x="3171477" y="641554"/>
            <a:ext cx="26970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66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Formulario</a:t>
            </a:r>
            <a:r>
              <a:rPr b="1" lang="en" sz="1266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 Publicidad</a:t>
            </a:r>
            <a:endParaRPr sz="813">
              <a:solidFill>
                <a:schemeClr val="dk2"/>
              </a:solidFill>
            </a:endParaRPr>
          </a:p>
        </p:txBody>
      </p:sp>
      <p:sp>
        <p:nvSpPr>
          <p:cNvPr id="808" name="Google Shape;808;g3ae54f211d1_2_316"/>
          <p:cNvSpPr txBox="1"/>
          <p:nvPr/>
        </p:nvSpPr>
        <p:spPr>
          <a:xfrm>
            <a:off x="3171477" y="884082"/>
            <a:ext cx="25686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chemeClr val="lt2"/>
                </a:solidFill>
              </a:rPr>
              <a:t>Funcion:</a:t>
            </a:r>
            <a:br>
              <a:rPr lang="en" sz="813">
                <a:solidFill>
                  <a:schemeClr val="lt2"/>
                </a:solidFill>
              </a:rPr>
            </a:br>
            <a:r>
              <a:rPr lang="en" sz="813">
                <a:solidFill>
                  <a:schemeClr val="lt2"/>
                </a:solidFill>
              </a:rPr>
              <a:t>Canal de autogestión para captación de nuevos anunciantes.</a:t>
            </a:r>
            <a:endParaRPr sz="813">
              <a:solidFill>
                <a:schemeClr val="lt2"/>
              </a:solidFill>
            </a:endParaRPr>
          </a:p>
        </p:txBody>
      </p:sp>
      <p:sp>
        <p:nvSpPr>
          <p:cNvPr id="809" name="Google Shape;809;g3ae54f211d1_2_316"/>
          <p:cNvSpPr txBox="1"/>
          <p:nvPr/>
        </p:nvSpPr>
        <p:spPr>
          <a:xfrm>
            <a:off x="3171475" y="1457800"/>
            <a:ext cx="25686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Elementos Claves: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Validación de unicidad por RUT (Anti-duplicidad).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813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" sz="813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Notificación correo sobre solicitud.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-Selector de duración de campaña.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-Validación flexible de contacto (Teléfono o Correo).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-Subida de material gráfico (Logos/Banners)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813"/>
          </a:p>
        </p:txBody>
      </p:sp>
      <p:pic>
        <p:nvPicPr>
          <p:cNvPr descr="image.png" id="810" name="Google Shape;810;g3ae54f211d1_2_3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7225" y="184975"/>
            <a:ext cx="2900962" cy="252515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g3ae54f211d1_2_316"/>
          <p:cNvSpPr txBox="1"/>
          <p:nvPr/>
        </p:nvSpPr>
        <p:spPr>
          <a:xfrm>
            <a:off x="6129115" y="641554"/>
            <a:ext cx="26970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66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Panel Administrativo</a:t>
            </a:r>
            <a:endParaRPr sz="813">
              <a:solidFill>
                <a:schemeClr val="dk2"/>
              </a:solidFill>
            </a:endParaRPr>
          </a:p>
        </p:txBody>
      </p:sp>
      <p:sp>
        <p:nvSpPr>
          <p:cNvPr id="812" name="Google Shape;812;g3ae54f211d1_2_316"/>
          <p:cNvSpPr txBox="1"/>
          <p:nvPr/>
        </p:nvSpPr>
        <p:spPr>
          <a:xfrm>
            <a:off x="6193390" y="885595"/>
            <a:ext cx="25686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chemeClr val="lt2"/>
                </a:solidFill>
              </a:rPr>
              <a:t>Funcion:</a:t>
            </a:r>
            <a:br>
              <a:rPr lang="en" sz="813">
                <a:solidFill>
                  <a:schemeClr val="lt2"/>
                </a:solidFill>
              </a:rPr>
            </a:br>
            <a:r>
              <a:rPr lang="en" sz="813">
                <a:solidFill>
                  <a:schemeClr val="lt2"/>
                </a:solidFill>
              </a:rPr>
              <a:t>Dashboard centralizado para la gestión y moderación de contenidos</a:t>
            </a:r>
            <a:endParaRPr sz="813">
              <a:solidFill>
                <a:schemeClr val="lt2"/>
              </a:solidFill>
            </a:endParaRPr>
          </a:p>
        </p:txBody>
      </p:sp>
      <p:sp>
        <p:nvSpPr>
          <p:cNvPr id="813" name="Google Shape;813;g3ae54f211d1_2_316"/>
          <p:cNvSpPr txBox="1"/>
          <p:nvPr/>
        </p:nvSpPr>
        <p:spPr>
          <a:xfrm>
            <a:off x="6193313" y="1460850"/>
            <a:ext cx="25686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Elementos Claves: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Sistema de autenticación seguro (Login).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-Gestión de estados (Aceptado/Rechazado) con notificación automática.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-Visualización por pestañas.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-Previsualización y descarga de evidencias.</a:t>
            </a:r>
            <a:endParaRPr sz="81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8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813"/>
          </a:p>
        </p:txBody>
      </p:sp>
      <p:pic>
        <p:nvPicPr>
          <p:cNvPr id="814" name="Google Shape;814;g3ae54f211d1_2_3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7250" y="3070757"/>
            <a:ext cx="2900951" cy="13923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5" name="Google Shape;815;g3ae54f211d1_2_316"/>
          <p:cNvGrpSpPr/>
          <p:nvPr/>
        </p:nvGrpSpPr>
        <p:grpSpPr>
          <a:xfrm>
            <a:off x="4346004" y="299418"/>
            <a:ext cx="347934" cy="310024"/>
            <a:chOff x="1327676" y="2910480"/>
            <a:chExt cx="347934" cy="310024"/>
          </a:xfrm>
        </p:grpSpPr>
        <p:sp>
          <p:nvSpPr>
            <p:cNvPr id="816" name="Google Shape;816;g3ae54f211d1_2_316"/>
            <p:cNvSpPr/>
            <p:nvPr/>
          </p:nvSpPr>
          <p:spPr>
            <a:xfrm>
              <a:off x="1367081" y="3067370"/>
              <a:ext cx="43257" cy="15565"/>
            </a:xfrm>
            <a:custGeom>
              <a:rect b="b" l="l" r="r" t="t"/>
              <a:pathLst>
                <a:path extrusionOk="0" h="489" w="1359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8"/>
                    <a:pt x="1168" y="488"/>
                    <a:pt x="1191" y="488"/>
                  </a:cubicBezTo>
                  <a:cubicBezTo>
                    <a:pt x="1251" y="488"/>
                    <a:pt x="1310" y="465"/>
                    <a:pt x="1346" y="405"/>
                  </a:cubicBezTo>
                  <a:cubicBezTo>
                    <a:pt x="1358" y="322"/>
                    <a:pt x="1334" y="238"/>
                    <a:pt x="1251" y="191"/>
                  </a:cubicBezTo>
                  <a:cubicBezTo>
                    <a:pt x="882" y="12"/>
                    <a:pt x="191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g3ae54f211d1_2_316"/>
            <p:cNvSpPr/>
            <p:nvPr/>
          </p:nvSpPr>
          <p:spPr>
            <a:xfrm>
              <a:off x="1350402" y="3170436"/>
              <a:ext cx="10663" cy="48541"/>
            </a:xfrm>
            <a:custGeom>
              <a:rect b="b" l="l" r="r" t="t"/>
              <a:pathLst>
                <a:path extrusionOk="0" h="1525" w="335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358"/>
                  </a:lnTo>
                  <a:cubicBezTo>
                    <a:pt x="1" y="1453"/>
                    <a:pt x="84" y="1525"/>
                    <a:pt x="168" y="1525"/>
                  </a:cubicBezTo>
                  <a:cubicBezTo>
                    <a:pt x="263" y="1525"/>
                    <a:pt x="334" y="1453"/>
                    <a:pt x="334" y="1358"/>
                  </a:cubicBezTo>
                  <a:lnTo>
                    <a:pt x="334" y="168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g3ae54f211d1_2_316"/>
            <p:cNvSpPr/>
            <p:nvPr/>
          </p:nvSpPr>
          <p:spPr>
            <a:xfrm>
              <a:off x="1327676" y="3040187"/>
              <a:ext cx="201643" cy="180317"/>
            </a:xfrm>
            <a:custGeom>
              <a:rect b="b" l="l" r="r" t="t"/>
              <a:pathLst>
                <a:path extrusionOk="0" h="5665" w="6335">
                  <a:moveTo>
                    <a:pt x="5894" y="628"/>
                  </a:moveTo>
                  <a:lnTo>
                    <a:pt x="5954" y="866"/>
                  </a:lnTo>
                  <a:cubicBezTo>
                    <a:pt x="5977" y="926"/>
                    <a:pt x="5966" y="997"/>
                    <a:pt x="5918" y="1045"/>
                  </a:cubicBezTo>
                  <a:lnTo>
                    <a:pt x="5823" y="1140"/>
                  </a:lnTo>
                  <a:lnTo>
                    <a:pt x="5596" y="914"/>
                  </a:lnTo>
                  <a:lnTo>
                    <a:pt x="5894" y="628"/>
                  </a:lnTo>
                  <a:close/>
                  <a:moveTo>
                    <a:pt x="2941" y="307"/>
                  </a:moveTo>
                  <a:lnTo>
                    <a:pt x="2941" y="961"/>
                  </a:lnTo>
                  <a:cubicBezTo>
                    <a:pt x="2941" y="1057"/>
                    <a:pt x="2906" y="1164"/>
                    <a:pt x="2870" y="1271"/>
                  </a:cubicBezTo>
                  <a:lnTo>
                    <a:pt x="2787" y="1438"/>
                  </a:lnTo>
                  <a:cubicBezTo>
                    <a:pt x="2775" y="1450"/>
                    <a:pt x="2775" y="1473"/>
                    <a:pt x="2775" y="1509"/>
                  </a:cubicBezTo>
                  <a:lnTo>
                    <a:pt x="2775" y="1854"/>
                  </a:lnTo>
                  <a:cubicBezTo>
                    <a:pt x="2775" y="2104"/>
                    <a:pt x="2667" y="2331"/>
                    <a:pt x="2513" y="2485"/>
                  </a:cubicBezTo>
                  <a:cubicBezTo>
                    <a:pt x="2363" y="2635"/>
                    <a:pt x="2165" y="2727"/>
                    <a:pt x="1954" y="2727"/>
                  </a:cubicBezTo>
                  <a:cubicBezTo>
                    <a:pt x="1930" y="2727"/>
                    <a:pt x="1906" y="2726"/>
                    <a:pt x="1882" y="2724"/>
                  </a:cubicBezTo>
                  <a:cubicBezTo>
                    <a:pt x="1417" y="2712"/>
                    <a:pt x="1048" y="2307"/>
                    <a:pt x="1048" y="1819"/>
                  </a:cubicBezTo>
                  <a:lnTo>
                    <a:pt x="1048" y="1521"/>
                  </a:lnTo>
                  <a:cubicBezTo>
                    <a:pt x="1048" y="1497"/>
                    <a:pt x="1048" y="1473"/>
                    <a:pt x="1036" y="1450"/>
                  </a:cubicBezTo>
                  <a:lnTo>
                    <a:pt x="929" y="1259"/>
                  </a:lnTo>
                  <a:cubicBezTo>
                    <a:pt x="905" y="1176"/>
                    <a:pt x="870" y="1104"/>
                    <a:pt x="870" y="1021"/>
                  </a:cubicBezTo>
                  <a:lnTo>
                    <a:pt x="870" y="997"/>
                  </a:lnTo>
                  <a:cubicBezTo>
                    <a:pt x="870" y="616"/>
                    <a:pt x="1179" y="307"/>
                    <a:pt x="1572" y="307"/>
                  </a:cubicBezTo>
                  <a:close/>
                  <a:moveTo>
                    <a:pt x="2275" y="2986"/>
                  </a:moveTo>
                  <a:cubicBezTo>
                    <a:pt x="2286" y="3045"/>
                    <a:pt x="2298" y="3081"/>
                    <a:pt x="2310" y="3117"/>
                  </a:cubicBezTo>
                  <a:lnTo>
                    <a:pt x="2167" y="3259"/>
                  </a:lnTo>
                  <a:cubicBezTo>
                    <a:pt x="2102" y="3325"/>
                    <a:pt x="2013" y="3358"/>
                    <a:pt x="1923" y="3358"/>
                  </a:cubicBezTo>
                  <a:cubicBezTo>
                    <a:pt x="1834" y="3358"/>
                    <a:pt x="1745" y="3325"/>
                    <a:pt x="1679" y="3259"/>
                  </a:cubicBezTo>
                  <a:lnTo>
                    <a:pt x="1536" y="3128"/>
                  </a:lnTo>
                  <a:cubicBezTo>
                    <a:pt x="1560" y="3081"/>
                    <a:pt x="1572" y="3045"/>
                    <a:pt x="1572" y="2986"/>
                  </a:cubicBezTo>
                  <a:cubicBezTo>
                    <a:pt x="1679" y="3009"/>
                    <a:pt x="1775" y="3045"/>
                    <a:pt x="1882" y="3045"/>
                  </a:cubicBezTo>
                  <a:lnTo>
                    <a:pt x="1917" y="3045"/>
                  </a:lnTo>
                  <a:cubicBezTo>
                    <a:pt x="2036" y="3045"/>
                    <a:pt x="2167" y="3021"/>
                    <a:pt x="2275" y="2986"/>
                  </a:cubicBezTo>
                  <a:close/>
                  <a:moveTo>
                    <a:pt x="6162" y="0"/>
                  </a:moveTo>
                  <a:cubicBezTo>
                    <a:pt x="6120" y="0"/>
                    <a:pt x="6079" y="15"/>
                    <a:pt x="6049" y="45"/>
                  </a:cubicBezTo>
                  <a:lnTo>
                    <a:pt x="2906" y="3021"/>
                  </a:lnTo>
                  <a:cubicBezTo>
                    <a:pt x="2882" y="3057"/>
                    <a:pt x="2834" y="3069"/>
                    <a:pt x="2787" y="3069"/>
                  </a:cubicBezTo>
                  <a:lnTo>
                    <a:pt x="2763" y="3069"/>
                  </a:lnTo>
                  <a:cubicBezTo>
                    <a:pt x="2656" y="3069"/>
                    <a:pt x="2584" y="2997"/>
                    <a:pt x="2584" y="2890"/>
                  </a:cubicBezTo>
                  <a:lnTo>
                    <a:pt x="2584" y="2843"/>
                  </a:lnTo>
                  <a:cubicBezTo>
                    <a:pt x="2644" y="2819"/>
                    <a:pt x="2679" y="2771"/>
                    <a:pt x="2727" y="2724"/>
                  </a:cubicBezTo>
                  <a:cubicBezTo>
                    <a:pt x="2965" y="2497"/>
                    <a:pt x="3084" y="2200"/>
                    <a:pt x="3084" y="1878"/>
                  </a:cubicBezTo>
                  <a:lnTo>
                    <a:pt x="3084" y="1581"/>
                  </a:lnTo>
                  <a:lnTo>
                    <a:pt x="3144" y="1450"/>
                  </a:lnTo>
                  <a:cubicBezTo>
                    <a:pt x="3215" y="1307"/>
                    <a:pt x="3251" y="1152"/>
                    <a:pt x="3251" y="997"/>
                  </a:cubicBezTo>
                  <a:lnTo>
                    <a:pt x="3251" y="176"/>
                  </a:lnTo>
                  <a:cubicBezTo>
                    <a:pt x="3251" y="92"/>
                    <a:pt x="3179" y="21"/>
                    <a:pt x="3084" y="21"/>
                  </a:cubicBezTo>
                  <a:lnTo>
                    <a:pt x="1548" y="21"/>
                  </a:lnTo>
                  <a:cubicBezTo>
                    <a:pt x="1001" y="21"/>
                    <a:pt x="536" y="461"/>
                    <a:pt x="536" y="1033"/>
                  </a:cubicBezTo>
                  <a:lnTo>
                    <a:pt x="536" y="1045"/>
                  </a:lnTo>
                  <a:cubicBezTo>
                    <a:pt x="536" y="1176"/>
                    <a:pt x="572" y="1295"/>
                    <a:pt x="632" y="1414"/>
                  </a:cubicBezTo>
                  <a:lnTo>
                    <a:pt x="703" y="1581"/>
                  </a:lnTo>
                  <a:lnTo>
                    <a:pt x="703" y="1831"/>
                  </a:lnTo>
                  <a:cubicBezTo>
                    <a:pt x="703" y="2247"/>
                    <a:pt x="917" y="2616"/>
                    <a:pt x="1215" y="2843"/>
                  </a:cubicBezTo>
                  <a:lnTo>
                    <a:pt x="1215" y="2997"/>
                  </a:lnTo>
                  <a:cubicBezTo>
                    <a:pt x="1215" y="3069"/>
                    <a:pt x="1155" y="3140"/>
                    <a:pt x="1072" y="3176"/>
                  </a:cubicBezTo>
                  <a:lnTo>
                    <a:pt x="501" y="3343"/>
                  </a:lnTo>
                  <a:cubicBezTo>
                    <a:pt x="215" y="3414"/>
                    <a:pt x="0" y="3676"/>
                    <a:pt x="0" y="3974"/>
                  </a:cubicBezTo>
                  <a:lnTo>
                    <a:pt x="0" y="5462"/>
                  </a:lnTo>
                  <a:cubicBezTo>
                    <a:pt x="0" y="5557"/>
                    <a:pt x="84" y="5629"/>
                    <a:pt x="167" y="5629"/>
                  </a:cubicBezTo>
                  <a:cubicBezTo>
                    <a:pt x="262" y="5629"/>
                    <a:pt x="334" y="5557"/>
                    <a:pt x="334" y="5462"/>
                  </a:cubicBezTo>
                  <a:lnTo>
                    <a:pt x="334" y="3974"/>
                  </a:lnTo>
                  <a:cubicBezTo>
                    <a:pt x="334" y="3831"/>
                    <a:pt x="441" y="3676"/>
                    <a:pt x="584" y="3640"/>
                  </a:cubicBezTo>
                  <a:lnTo>
                    <a:pt x="1167" y="3474"/>
                  </a:lnTo>
                  <a:cubicBezTo>
                    <a:pt x="1215" y="3450"/>
                    <a:pt x="1251" y="3438"/>
                    <a:pt x="1298" y="3414"/>
                  </a:cubicBezTo>
                  <a:lnTo>
                    <a:pt x="1405" y="3521"/>
                  </a:lnTo>
                  <a:cubicBezTo>
                    <a:pt x="1536" y="3652"/>
                    <a:pt x="1703" y="3712"/>
                    <a:pt x="1882" y="3712"/>
                  </a:cubicBezTo>
                  <a:cubicBezTo>
                    <a:pt x="2060" y="3712"/>
                    <a:pt x="2227" y="3652"/>
                    <a:pt x="2358" y="3521"/>
                  </a:cubicBezTo>
                  <a:lnTo>
                    <a:pt x="2501" y="3367"/>
                  </a:lnTo>
                  <a:cubicBezTo>
                    <a:pt x="2584" y="3402"/>
                    <a:pt x="2656" y="3426"/>
                    <a:pt x="2727" y="3426"/>
                  </a:cubicBezTo>
                  <a:lnTo>
                    <a:pt x="2763" y="3426"/>
                  </a:lnTo>
                  <a:cubicBezTo>
                    <a:pt x="2894" y="3426"/>
                    <a:pt x="3013" y="3378"/>
                    <a:pt x="3096" y="3295"/>
                  </a:cubicBezTo>
                  <a:lnTo>
                    <a:pt x="5334" y="1176"/>
                  </a:lnTo>
                  <a:lnTo>
                    <a:pt x="5561" y="1402"/>
                  </a:lnTo>
                  <a:lnTo>
                    <a:pt x="2965" y="3986"/>
                  </a:lnTo>
                  <a:cubicBezTo>
                    <a:pt x="2798" y="4152"/>
                    <a:pt x="2715" y="4367"/>
                    <a:pt x="2715" y="4581"/>
                  </a:cubicBezTo>
                  <a:lnTo>
                    <a:pt x="2715" y="5498"/>
                  </a:lnTo>
                  <a:cubicBezTo>
                    <a:pt x="2715" y="5581"/>
                    <a:pt x="2787" y="5664"/>
                    <a:pt x="2882" y="5664"/>
                  </a:cubicBezTo>
                  <a:cubicBezTo>
                    <a:pt x="2965" y="5664"/>
                    <a:pt x="3037" y="5581"/>
                    <a:pt x="3037" y="5498"/>
                  </a:cubicBezTo>
                  <a:lnTo>
                    <a:pt x="3037" y="4581"/>
                  </a:lnTo>
                  <a:cubicBezTo>
                    <a:pt x="3037" y="4450"/>
                    <a:pt x="3096" y="4319"/>
                    <a:pt x="3191" y="4212"/>
                  </a:cubicBezTo>
                  <a:lnTo>
                    <a:pt x="6096" y="1307"/>
                  </a:lnTo>
                  <a:cubicBezTo>
                    <a:pt x="6216" y="1200"/>
                    <a:pt x="6275" y="997"/>
                    <a:pt x="6227" y="831"/>
                  </a:cubicBezTo>
                  <a:lnTo>
                    <a:pt x="6168" y="378"/>
                  </a:lnTo>
                  <a:lnTo>
                    <a:pt x="6275" y="271"/>
                  </a:lnTo>
                  <a:cubicBezTo>
                    <a:pt x="6335" y="211"/>
                    <a:pt x="6335" y="104"/>
                    <a:pt x="6275" y="45"/>
                  </a:cubicBezTo>
                  <a:cubicBezTo>
                    <a:pt x="6245" y="15"/>
                    <a:pt x="6204" y="0"/>
                    <a:pt x="61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g3ae54f211d1_2_316"/>
            <p:cNvSpPr/>
            <p:nvPr/>
          </p:nvSpPr>
          <p:spPr>
            <a:xfrm>
              <a:off x="1470179" y="2910480"/>
              <a:ext cx="205431" cy="173601"/>
            </a:xfrm>
            <a:custGeom>
              <a:rect b="b" l="l" r="r" t="t"/>
              <a:pathLst>
                <a:path extrusionOk="0" h="5454" w="6454"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lnTo>
                    <a:pt x="0" y="4822"/>
                  </a:lnTo>
                  <a:cubicBezTo>
                    <a:pt x="0" y="4917"/>
                    <a:pt x="72" y="4989"/>
                    <a:pt x="155" y="4989"/>
                  </a:cubicBezTo>
                  <a:cubicBezTo>
                    <a:pt x="250" y="4989"/>
                    <a:pt x="322" y="4917"/>
                    <a:pt x="322" y="4822"/>
                  </a:cubicBezTo>
                  <a:lnTo>
                    <a:pt x="322" y="512"/>
                  </a:lnTo>
                  <a:cubicBezTo>
                    <a:pt x="322" y="405"/>
                    <a:pt x="393" y="322"/>
                    <a:pt x="500" y="322"/>
                  </a:cubicBezTo>
                  <a:lnTo>
                    <a:pt x="5953" y="322"/>
                  </a:lnTo>
                  <a:cubicBezTo>
                    <a:pt x="6049" y="322"/>
                    <a:pt x="6132" y="405"/>
                    <a:pt x="6132" y="512"/>
                  </a:cubicBezTo>
                  <a:lnTo>
                    <a:pt x="6132" y="4941"/>
                  </a:lnTo>
                  <a:cubicBezTo>
                    <a:pt x="6132" y="5048"/>
                    <a:pt x="6049" y="5120"/>
                    <a:pt x="5953" y="5120"/>
                  </a:cubicBezTo>
                  <a:lnTo>
                    <a:pt x="2298" y="5120"/>
                  </a:lnTo>
                  <a:cubicBezTo>
                    <a:pt x="2215" y="5120"/>
                    <a:pt x="2131" y="5191"/>
                    <a:pt x="2131" y="5287"/>
                  </a:cubicBezTo>
                  <a:cubicBezTo>
                    <a:pt x="2131" y="5370"/>
                    <a:pt x="2215" y="5453"/>
                    <a:pt x="2298" y="5453"/>
                  </a:cubicBezTo>
                  <a:lnTo>
                    <a:pt x="5953" y="5453"/>
                  </a:lnTo>
                  <a:cubicBezTo>
                    <a:pt x="6227" y="5453"/>
                    <a:pt x="6453" y="5227"/>
                    <a:pt x="6453" y="4941"/>
                  </a:cubicBezTo>
                  <a:lnTo>
                    <a:pt x="6453" y="512"/>
                  </a:lnTo>
                  <a:cubicBezTo>
                    <a:pt x="6453" y="226"/>
                    <a:pt x="6215" y="0"/>
                    <a:pt x="59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g3ae54f211d1_2_316"/>
            <p:cNvSpPr/>
            <p:nvPr/>
          </p:nvSpPr>
          <p:spPr>
            <a:xfrm>
              <a:off x="1497075" y="2942692"/>
              <a:ext cx="152370" cy="96668"/>
            </a:xfrm>
            <a:custGeom>
              <a:rect b="b" l="l" r="r" t="t"/>
              <a:pathLst>
                <a:path extrusionOk="0" h="3037" w="4787">
                  <a:moveTo>
                    <a:pt x="3751" y="0"/>
                  </a:moveTo>
                  <a:cubicBezTo>
                    <a:pt x="3656" y="0"/>
                    <a:pt x="3584" y="72"/>
                    <a:pt x="3584" y="167"/>
                  </a:cubicBezTo>
                  <a:cubicBezTo>
                    <a:pt x="3584" y="250"/>
                    <a:pt x="3656" y="334"/>
                    <a:pt x="3751" y="334"/>
                  </a:cubicBezTo>
                  <a:lnTo>
                    <a:pt x="4215" y="334"/>
                  </a:lnTo>
                  <a:lnTo>
                    <a:pt x="2465" y="2072"/>
                  </a:lnTo>
                  <a:lnTo>
                    <a:pt x="1727" y="1322"/>
                  </a:lnTo>
                  <a:cubicBezTo>
                    <a:pt x="1697" y="1292"/>
                    <a:pt x="1656" y="1277"/>
                    <a:pt x="1614" y="1277"/>
                  </a:cubicBezTo>
                  <a:cubicBezTo>
                    <a:pt x="1572" y="1277"/>
                    <a:pt x="1531" y="1292"/>
                    <a:pt x="1501" y="1322"/>
                  </a:cubicBezTo>
                  <a:lnTo>
                    <a:pt x="60" y="2774"/>
                  </a:lnTo>
                  <a:cubicBezTo>
                    <a:pt x="1" y="2834"/>
                    <a:pt x="1" y="2929"/>
                    <a:pt x="60" y="2989"/>
                  </a:cubicBezTo>
                  <a:cubicBezTo>
                    <a:pt x="84" y="3024"/>
                    <a:pt x="132" y="3036"/>
                    <a:pt x="179" y="3036"/>
                  </a:cubicBezTo>
                  <a:cubicBezTo>
                    <a:pt x="227" y="3036"/>
                    <a:pt x="251" y="3024"/>
                    <a:pt x="298" y="2989"/>
                  </a:cubicBezTo>
                  <a:lnTo>
                    <a:pt x="1632" y="1655"/>
                  </a:lnTo>
                  <a:lnTo>
                    <a:pt x="2382" y="2393"/>
                  </a:lnTo>
                  <a:cubicBezTo>
                    <a:pt x="2412" y="2423"/>
                    <a:pt x="2453" y="2438"/>
                    <a:pt x="2495" y="2438"/>
                  </a:cubicBezTo>
                  <a:cubicBezTo>
                    <a:pt x="2537" y="2438"/>
                    <a:pt x="2578" y="2423"/>
                    <a:pt x="2608" y="2393"/>
                  </a:cubicBezTo>
                  <a:lnTo>
                    <a:pt x="4465" y="536"/>
                  </a:lnTo>
                  <a:lnTo>
                    <a:pt x="4465" y="1000"/>
                  </a:lnTo>
                  <a:cubicBezTo>
                    <a:pt x="4465" y="1084"/>
                    <a:pt x="4537" y="1167"/>
                    <a:pt x="4632" y="1167"/>
                  </a:cubicBezTo>
                  <a:cubicBezTo>
                    <a:pt x="4715" y="1167"/>
                    <a:pt x="4787" y="1084"/>
                    <a:pt x="4787" y="1000"/>
                  </a:cubicBezTo>
                  <a:lnTo>
                    <a:pt x="4787" y="155"/>
                  </a:lnTo>
                  <a:cubicBezTo>
                    <a:pt x="4751" y="72"/>
                    <a:pt x="4692" y="0"/>
                    <a:pt x="4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1" name="Google Shape;821;g3ae54f211d1_2_316"/>
          <p:cNvGrpSpPr/>
          <p:nvPr/>
        </p:nvGrpSpPr>
        <p:grpSpPr>
          <a:xfrm>
            <a:off x="7227950" y="267299"/>
            <a:ext cx="499533" cy="305136"/>
            <a:chOff x="7009649" y="1541981"/>
            <a:chExt cx="524940" cy="320655"/>
          </a:xfrm>
        </p:grpSpPr>
        <p:sp>
          <p:nvSpPr>
            <p:cNvPr id="822" name="Google Shape;822;g3ae54f211d1_2_316"/>
            <p:cNvSpPr/>
            <p:nvPr/>
          </p:nvSpPr>
          <p:spPr>
            <a:xfrm>
              <a:off x="7009649" y="1541981"/>
              <a:ext cx="524940" cy="320655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g3ae54f211d1_2_316"/>
            <p:cNvSpPr/>
            <p:nvPr/>
          </p:nvSpPr>
          <p:spPr>
            <a:xfrm>
              <a:off x="7110104" y="1604909"/>
              <a:ext cx="61782" cy="41697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g3ae54f211d1_2_316"/>
            <p:cNvSpPr/>
            <p:nvPr/>
          </p:nvSpPr>
          <p:spPr>
            <a:xfrm>
              <a:off x="7110455" y="1655296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g3ae54f211d1_2_316"/>
            <p:cNvSpPr/>
            <p:nvPr/>
          </p:nvSpPr>
          <p:spPr>
            <a:xfrm>
              <a:off x="7146104" y="1676909"/>
              <a:ext cx="61050" cy="41729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g3ae54f211d1_2_316"/>
            <p:cNvSpPr/>
            <p:nvPr/>
          </p:nvSpPr>
          <p:spPr>
            <a:xfrm>
              <a:off x="7110455" y="1726563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g3ae54f211d1_2_316"/>
            <p:cNvSpPr/>
            <p:nvPr/>
          </p:nvSpPr>
          <p:spPr>
            <a:xfrm>
              <a:off x="7262825" y="1636739"/>
              <a:ext cx="48541" cy="80371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g3ae54f211d1_2_316"/>
            <p:cNvSpPr/>
            <p:nvPr/>
          </p:nvSpPr>
          <p:spPr>
            <a:xfrm>
              <a:off x="7380691" y="1636357"/>
              <a:ext cx="48891" cy="80371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g3ae54f211d1_2_316"/>
            <p:cNvSpPr/>
            <p:nvPr/>
          </p:nvSpPr>
          <p:spPr>
            <a:xfrm>
              <a:off x="7321933" y="1626744"/>
              <a:ext cx="48923" cy="99851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34" name="Google Shape;8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0465" y="2719807"/>
            <a:ext cx="2035806" cy="1857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5" name="Google Shape;8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3243" y="2691857"/>
            <a:ext cx="2035806" cy="1857006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10"/>
          <p:cNvSpPr txBox="1"/>
          <p:nvPr/>
        </p:nvSpPr>
        <p:spPr>
          <a:xfrm>
            <a:off x="4500157" y="2799007"/>
            <a:ext cx="17778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74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Tabla: `registros`</a:t>
            </a:r>
            <a:endParaRPr sz="492">
              <a:solidFill>
                <a:schemeClr val="dk2"/>
              </a:solidFill>
            </a:endParaRPr>
          </a:p>
        </p:txBody>
      </p:sp>
      <p:sp>
        <p:nvSpPr>
          <p:cNvPr id="837" name="Google Shape;837;p10"/>
          <p:cNvSpPr/>
          <p:nvPr/>
        </p:nvSpPr>
        <p:spPr>
          <a:xfrm>
            <a:off x="4371571" y="2966875"/>
            <a:ext cx="1821600" cy="75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0"/>
          <p:cNvSpPr txBox="1"/>
          <p:nvPr/>
        </p:nvSpPr>
        <p:spPr>
          <a:xfrm>
            <a:off x="4371571" y="3027593"/>
            <a:ext cx="1821600" cy="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49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Almacena todas las noticias enviadas por los usuarios.</a:t>
            </a:r>
            <a:endParaRPr sz="492"/>
          </a:p>
        </p:txBody>
      </p:sp>
      <p:sp>
        <p:nvSpPr>
          <p:cNvPr id="839" name="Google Shape;839;p10"/>
          <p:cNvSpPr txBox="1"/>
          <p:nvPr/>
        </p:nvSpPr>
        <p:spPr>
          <a:xfrm>
            <a:off x="6593261" y="2799007"/>
            <a:ext cx="18678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74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Tabla: `publicidad_solicitudes`</a:t>
            </a:r>
            <a:endParaRPr sz="492">
              <a:solidFill>
                <a:schemeClr val="dk2"/>
              </a:solidFill>
            </a:endParaRPr>
          </a:p>
        </p:txBody>
      </p:sp>
      <p:sp>
        <p:nvSpPr>
          <p:cNvPr id="840" name="Google Shape;840;p10"/>
          <p:cNvSpPr/>
          <p:nvPr/>
        </p:nvSpPr>
        <p:spPr>
          <a:xfrm>
            <a:off x="6550399" y="2966875"/>
            <a:ext cx="1821600" cy="75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0"/>
          <p:cNvSpPr txBox="1"/>
          <p:nvPr/>
        </p:nvSpPr>
        <p:spPr>
          <a:xfrm>
            <a:off x="6550399" y="3027593"/>
            <a:ext cx="1821600" cy="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49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Gestiona las solicitudes de clientes para publicitar en el sitio.</a:t>
            </a:r>
            <a:endParaRPr sz="492"/>
          </a:p>
        </p:txBody>
      </p:sp>
      <p:sp>
        <p:nvSpPr>
          <p:cNvPr id="842" name="Google Shape;842;p10"/>
          <p:cNvSpPr txBox="1"/>
          <p:nvPr/>
        </p:nvSpPr>
        <p:spPr>
          <a:xfrm>
            <a:off x="4478726" y="3196131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id (PK) INT</a:t>
            </a:r>
            <a:endParaRPr sz="492"/>
          </a:p>
        </p:txBody>
      </p:sp>
      <p:sp>
        <p:nvSpPr>
          <p:cNvPr id="843" name="Google Shape;843;p10"/>
          <p:cNvSpPr txBox="1"/>
          <p:nvPr/>
        </p:nvSpPr>
        <p:spPr>
          <a:xfrm>
            <a:off x="4478726" y="3351833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nombre VARCHAR</a:t>
            </a:r>
            <a:endParaRPr sz="492"/>
          </a:p>
        </p:txBody>
      </p:sp>
      <p:sp>
        <p:nvSpPr>
          <p:cNvPr id="844" name="Google Shape;844;p10"/>
          <p:cNvSpPr txBox="1"/>
          <p:nvPr/>
        </p:nvSpPr>
        <p:spPr>
          <a:xfrm>
            <a:off x="4478726" y="3473997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rut VARCHAR</a:t>
            </a:r>
            <a:endParaRPr sz="492"/>
          </a:p>
        </p:txBody>
      </p:sp>
      <p:sp>
        <p:nvSpPr>
          <p:cNvPr id="845" name="Google Shape;845;p10"/>
          <p:cNvSpPr txBox="1"/>
          <p:nvPr/>
        </p:nvSpPr>
        <p:spPr>
          <a:xfrm>
            <a:off x="4478726" y="3718312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correo VARCHAR (NULL)</a:t>
            </a:r>
            <a:endParaRPr sz="492"/>
          </a:p>
        </p:txBody>
      </p:sp>
      <p:sp>
        <p:nvSpPr>
          <p:cNvPr id="846" name="Google Shape;846;p10"/>
          <p:cNvSpPr txBox="1"/>
          <p:nvPr/>
        </p:nvSpPr>
        <p:spPr>
          <a:xfrm>
            <a:off x="4478726" y="3840451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noticia TEXT</a:t>
            </a:r>
            <a:endParaRPr sz="492"/>
          </a:p>
        </p:txBody>
      </p:sp>
      <p:sp>
        <p:nvSpPr>
          <p:cNvPr id="847" name="Google Shape;847;p10"/>
          <p:cNvSpPr txBox="1"/>
          <p:nvPr/>
        </p:nvSpPr>
        <p:spPr>
          <a:xfrm>
            <a:off x="4478726" y="3932241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ruta_imagen VARCHAR (NULL)</a:t>
            </a:r>
            <a:endParaRPr sz="492"/>
          </a:p>
        </p:txBody>
      </p:sp>
      <p:sp>
        <p:nvSpPr>
          <p:cNvPr id="848" name="Google Shape;848;p10"/>
          <p:cNvSpPr txBox="1"/>
          <p:nvPr/>
        </p:nvSpPr>
        <p:spPr>
          <a:xfrm>
            <a:off x="4478726" y="4058668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ruta_evidencia VARCHAR (NULL)</a:t>
            </a:r>
            <a:endParaRPr sz="492"/>
          </a:p>
        </p:txBody>
      </p:sp>
      <p:sp>
        <p:nvSpPr>
          <p:cNvPr id="849" name="Google Shape;849;p10"/>
          <p:cNvSpPr txBox="1"/>
          <p:nvPr/>
        </p:nvSpPr>
        <p:spPr>
          <a:xfrm>
            <a:off x="4478726" y="4153896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fecha_registro TIMESTAMP</a:t>
            </a:r>
            <a:endParaRPr sz="492"/>
          </a:p>
        </p:txBody>
      </p:sp>
      <p:sp>
        <p:nvSpPr>
          <p:cNvPr id="850" name="Google Shape;850;p10"/>
          <p:cNvSpPr txBox="1"/>
          <p:nvPr/>
        </p:nvSpPr>
        <p:spPr>
          <a:xfrm>
            <a:off x="6657554" y="3196131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id (PK) INT</a:t>
            </a:r>
            <a:endParaRPr sz="492"/>
          </a:p>
        </p:txBody>
      </p:sp>
      <p:sp>
        <p:nvSpPr>
          <p:cNvPr id="851" name="Google Shape;851;p10"/>
          <p:cNvSpPr txBox="1"/>
          <p:nvPr/>
        </p:nvSpPr>
        <p:spPr>
          <a:xfrm>
            <a:off x="6657554" y="3351833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nombre_marca VARCHAR</a:t>
            </a:r>
            <a:endParaRPr sz="492"/>
          </a:p>
        </p:txBody>
      </p:sp>
      <p:sp>
        <p:nvSpPr>
          <p:cNvPr id="852" name="Google Shape;852;p10"/>
          <p:cNvSpPr txBox="1"/>
          <p:nvPr/>
        </p:nvSpPr>
        <p:spPr>
          <a:xfrm>
            <a:off x="6657554" y="3507535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2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contacto telefono</a:t>
            </a: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VARCHAR</a:t>
            </a:r>
            <a:endParaRPr sz="492"/>
          </a:p>
        </p:txBody>
      </p:sp>
      <p:sp>
        <p:nvSpPr>
          <p:cNvPr id="853" name="Google Shape;853;p10"/>
          <p:cNvSpPr txBox="1"/>
          <p:nvPr/>
        </p:nvSpPr>
        <p:spPr>
          <a:xfrm>
            <a:off x="6657554" y="3663237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contacto_email VARCHAR</a:t>
            </a:r>
            <a:endParaRPr sz="492"/>
          </a:p>
        </p:txBody>
      </p:sp>
      <p:sp>
        <p:nvSpPr>
          <p:cNvPr id="854" name="Google Shape;854;p10"/>
          <p:cNvSpPr txBox="1"/>
          <p:nvPr/>
        </p:nvSpPr>
        <p:spPr>
          <a:xfrm>
            <a:off x="6657554" y="3818939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duracion VARCHAR</a:t>
            </a:r>
            <a:endParaRPr sz="492"/>
          </a:p>
        </p:txBody>
      </p:sp>
      <p:sp>
        <p:nvSpPr>
          <p:cNvPr id="855" name="Google Shape;855;p10"/>
          <p:cNvSpPr txBox="1"/>
          <p:nvPr/>
        </p:nvSpPr>
        <p:spPr>
          <a:xfrm>
            <a:off x="6657554" y="3974641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mensaje_publicitario TEXT (NULL)</a:t>
            </a:r>
            <a:endParaRPr sz="492"/>
          </a:p>
        </p:txBody>
      </p:sp>
      <p:sp>
        <p:nvSpPr>
          <p:cNvPr id="856" name="Google Shape;856;p10"/>
          <p:cNvSpPr txBox="1"/>
          <p:nvPr/>
        </p:nvSpPr>
        <p:spPr>
          <a:xfrm>
            <a:off x="6657554" y="4130343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ruta_foto VARCHAR (NULL)</a:t>
            </a:r>
            <a:endParaRPr sz="492"/>
          </a:p>
        </p:txBody>
      </p:sp>
      <p:sp>
        <p:nvSpPr>
          <p:cNvPr id="857" name="Google Shape;857;p10"/>
          <p:cNvSpPr txBox="1"/>
          <p:nvPr/>
        </p:nvSpPr>
        <p:spPr>
          <a:xfrm>
            <a:off x="6657554" y="4286046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fecha_solicitud TIMESTAMP</a:t>
            </a:r>
            <a:endParaRPr sz="492"/>
          </a:p>
        </p:txBody>
      </p:sp>
      <p:pic>
        <p:nvPicPr>
          <p:cNvPr descr="image.png" id="858" name="Google Shape;85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0399" y="3223979"/>
            <a:ext cx="71437" cy="57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9" name="Google Shape;85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0399" y="3379681"/>
            <a:ext cx="71437" cy="57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0" name="Google Shape;86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0399" y="3535383"/>
            <a:ext cx="71437" cy="57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1" name="Google Shape;861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0399" y="3691085"/>
            <a:ext cx="71437" cy="57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2" name="Google Shape;862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50399" y="3846787"/>
            <a:ext cx="71437" cy="57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3" name="Google Shape;863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50399" y="4002489"/>
            <a:ext cx="71437" cy="57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4" name="Google Shape;864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50399" y="4158191"/>
            <a:ext cx="71437" cy="57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5" name="Google Shape;865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50399" y="4313893"/>
            <a:ext cx="71437" cy="57147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10"/>
          <p:cNvSpPr txBox="1"/>
          <p:nvPr/>
        </p:nvSpPr>
        <p:spPr>
          <a:xfrm>
            <a:off x="102975" y="1429756"/>
            <a:ext cx="5698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50" lIns="39050" spcFirstLastPara="1" rIns="39050" wrap="square" tIns="3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5">
                <a:solidFill>
                  <a:srgbClr val="000000"/>
                </a:solidFill>
              </a:rPr>
              <a:t>Se diseñó una base de datos MySQL centrada en la </a:t>
            </a:r>
            <a:r>
              <a:rPr b="1" lang="en" sz="985">
                <a:solidFill>
                  <a:srgbClr val="000000"/>
                </a:solidFill>
              </a:rPr>
              <a:t>separación lógica</a:t>
            </a:r>
            <a:r>
              <a:rPr lang="en" sz="985">
                <a:solidFill>
                  <a:srgbClr val="000000"/>
                </a:solidFill>
              </a:rPr>
              <a:t>, creando tablas independientes para </a:t>
            </a:r>
            <a:r>
              <a:rPr lang="en" sz="985">
                <a:solidFill>
                  <a:srgbClr val="188038"/>
                </a:solidFill>
              </a:rPr>
              <a:t>Noticias</a:t>
            </a:r>
            <a:r>
              <a:rPr lang="en" sz="985">
                <a:solidFill>
                  <a:srgbClr val="000000"/>
                </a:solidFill>
              </a:rPr>
              <a:t> (</a:t>
            </a:r>
            <a:r>
              <a:rPr lang="en" sz="985">
                <a:solidFill>
                  <a:srgbClr val="188038"/>
                </a:solidFill>
              </a:rPr>
              <a:t>registros</a:t>
            </a:r>
            <a:r>
              <a:rPr lang="en" sz="985">
                <a:solidFill>
                  <a:srgbClr val="000000"/>
                </a:solidFill>
              </a:rPr>
              <a:t>) y </a:t>
            </a:r>
            <a:r>
              <a:rPr lang="en" sz="985">
                <a:solidFill>
                  <a:srgbClr val="188038"/>
                </a:solidFill>
              </a:rPr>
              <a:t>Solicitudes de Publicidad</a:t>
            </a:r>
            <a:endParaRPr sz="985"/>
          </a:p>
        </p:txBody>
      </p:sp>
      <p:sp>
        <p:nvSpPr>
          <p:cNvPr id="867" name="Google Shape;867;p10"/>
          <p:cNvSpPr txBox="1"/>
          <p:nvPr/>
        </p:nvSpPr>
        <p:spPr>
          <a:xfrm>
            <a:off x="102975" y="1856148"/>
            <a:ext cx="5545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50" lIns="39050" spcFirstLastPara="1" rIns="39050" wrap="square" tIns="3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5">
                <a:solidFill>
                  <a:srgbClr val="000000"/>
                </a:solidFill>
              </a:rPr>
              <a:t>Este enfoque es clave: </a:t>
            </a:r>
            <a:r>
              <a:rPr b="1" lang="en" sz="985">
                <a:solidFill>
                  <a:srgbClr val="000000"/>
                </a:solidFill>
              </a:rPr>
              <a:t>simplifica la gestión</a:t>
            </a:r>
            <a:r>
              <a:rPr lang="en" sz="985">
                <a:solidFill>
                  <a:srgbClr val="000000"/>
                </a:solidFill>
              </a:rPr>
              <a:t> de cada módulo y asegura que la aplicación pueda </a:t>
            </a:r>
            <a:r>
              <a:rPr b="1" lang="en" sz="985">
                <a:solidFill>
                  <a:srgbClr val="000000"/>
                </a:solidFill>
              </a:rPr>
              <a:t>escalar a futuro</a:t>
            </a:r>
            <a:r>
              <a:rPr lang="en" sz="985">
                <a:solidFill>
                  <a:srgbClr val="000000"/>
                </a:solidFill>
              </a:rPr>
              <a:t> sin complicaciones.</a:t>
            </a:r>
            <a:endParaRPr sz="985"/>
          </a:p>
        </p:txBody>
      </p:sp>
      <p:pic>
        <p:nvPicPr>
          <p:cNvPr descr="image.png" id="868" name="Google Shape;868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15530" y="2464481"/>
            <a:ext cx="3837256" cy="325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9" name="Google Shape;869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15530" y="3094548"/>
            <a:ext cx="3837256" cy="805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0" name="Google Shape;870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15530" y="4205039"/>
            <a:ext cx="3837256" cy="805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1" name="Google Shape;871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04964" y="3330314"/>
            <a:ext cx="1788551" cy="480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2" name="Google Shape;872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174946" y="3330314"/>
            <a:ext cx="1788551" cy="480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3" name="Google Shape;873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04964" y="4440806"/>
            <a:ext cx="1788551" cy="480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4" name="Google Shape;874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174946" y="4440806"/>
            <a:ext cx="1788551" cy="480419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10"/>
          <p:cNvSpPr txBox="1"/>
          <p:nvPr/>
        </p:nvSpPr>
        <p:spPr>
          <a:xfrm>
            <a:off x="213497" y="2553910"/>
            <a:ext cx="38415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12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33" u="none" cap="none" strike="noStrike">
                <a:solidFill>
                  <a:srgbClr val="1D4A79"/>
                </a:solidFill>
                <a:latin typeface="Roboto Slab"/>
                <a:ea typeface="Roboto Slab"/>
                <a:cs typeface="Roboto Slab"/>
                <a:sym typeface="Roboto Slab"/>
              </a:rPr>
              <a:t>CAPA DE HOSTING (cPanel)</a:t>
            </a:r>
            <a:endParaRPr sz="563"/>
          </a:p>
        </p:txBody>
      </p:sp>
      <p:pic>
        <p:nvPicPr>
          <p:cNvPr descr="image.png" id="876" name="Google Shape;876;p1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087544" y="2919755"/>
            <a:ext cx="93499" cy="121948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10"/>
          <p:cNvSpPr txBox="1"/>
          <p:nvPr/>
        </p:nvSpPr>
        <p:spPr>
          <a:xfrm>
            <a:off x="213497" y="3183976"/>
            <a:ext cx="38415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31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33" u="none" cap="none" strike="noStrike">
                <a:solidFill>
                  <a:srgbClr val="1D4A79"/>
                </a:solidFill>
                <a:latin typeface="Roboto Slab"/>
                <a:ea typeface="Roboto Slab"/>
                <a:cs typeface="Roboto Slab"/>
                <a:sym typeface="Roboto Slab"/>
              </a:rPr>
              <a:t>CAPA DE DATOS (Servidor MySQL)</a:t>
            </a:r>
            <a:endParaRPr sz="563"/>
          </a:p>
        </p:txBody>
      </p:sp>
      <p:pic>
        <p:nvPicPr>
          <p:cNvPr descr="image.png" id="878" name="Google Shape;878;p1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087544" y="4030246"/>
            <a:ext cx="93493" cy="121947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10"/>
          <p:cNvSpPr txBox="1"/>
          <p:nvPr/>
        </p:nvSpPr>
        <p:spPr>
          <a:xfrm>
            <a:off x="213497" y="4294468"/>
            <a:ext cx="3841500" cy="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35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33" u="none" cap="none" strike="noStrike">
                <a:solidFill>
                  <a:srgbClr val="1D4A79"/>
                </a:solidFill>
                <a:latin typeface="Roboto Slab"/>
                <a:ea typeface="Roboto Slab"/>
                <a:cs typeface="Roboto Slab"/>
                <a:sym typeface="Roboto Slab"/>
              </a:rPr>
              <a:t>CAPA DE APLICACIÓN (Desacoplada)</a:t>
            </a:r>
            <a:endParaRPr sz="563"/>
          </a:p>
        </p:txBody>
      </p:sp>
      <p:pic>
        <p:nvPicPr>
          <p:cNvPr descr="image.png" id="880" name="Google Shape;880;p1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540778" y="2570170"/>
            <a:ext cx="81298" cy="81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1" name="Google Shape;881;p1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406627" y="3200236"/>
            <a:ext cx="73168" cy="81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2" name="Google Shape;882;p1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357845" y="4310728"/>
            <a:ext cx="93499" cy="81299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10"/>
          <p:cNvSpPr txBox="1"/>
          <p:nvPr/>
        </p:nvSpPr>
        <p:spPr>
          <a:xfrm>
            <a:off x="328542" y="3395353"/>
            <a:ext cx="17418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63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Base de Datos 1</a:t>
            </a:r>
            <a:endParaRPr sz="563">
              <a:solidFill>
                <a:schemeClr val="dk1"/>
              </a:solidFill>
            </a:endParaRPr>
          </a:p>
        </p:txBody>
      </p:sp>
      <p:sp>
        <p:nvSpPr>
          <p:cNvPr id="884" name="Google Shape;884;p10"/>
          <p:cNvSpPr txBox="1"/>
          <p:nvPr/>
        </p:nvSpPr>
        <p:spPr>
          <a:xfrm>
            <a:off x="370007" y="3533562"/>
            <a:ext cx="1658700" cy="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92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zhwmxmyk_wp_2vdgb</a:t>
            </a:r>
            <a:endParaRPr sz="563"/>
          </a:p>
        </p:txBody>
      </p:sp>
      <p:sp>
        <p:nvSpPr>
          <p:cNvPr id="885" name="Google Shape;885;p10"/>
          <p:cNvSpPr txBox="1"/>
          <p:nvPr/>
        </p:nvSpPr>
        <p:spPr>
          <a:xfrm>
            <a:off x="370007" y="3641663"/>
            <a:ext cx="1658700" cy="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92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(Datos de WordPress)</a:t>
            </a:r>
            <a:endParaRPr sz="563"/>
          </a:p>
        </p:txBody>
      </p:sp>
      <p:sp>
        <p:nvSpPr>
          <p:cNvPr id="886" name="Google Shape;886;p10"/>
          <p:cNvSpPr txBox="1"/>
          <p:nvPr/>
        </p:nvSpPr>
        <p:spPr>
          <a:xfrm>
            <a:off x="2198524" y="3395353"/>
            <a:ext cx="17418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63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Base de Datos 2</a:t>
            </a:r>
            <a:endParaRPr sz="563">
              <a:solidFill>
                <a:schemeClr val="dk1"/>
              </a:solidFill>
            </a:endParaRPr>
          </a:p>
        </p:txBody>
      </p:sp>
      <p:sp>
        <p:nvSpPr>
          <p:cNvPr id="887" name="Google Shape;887;p10"/>
          <p:cNvSpPr txBox="1"/>
          <p:nvPr/>
        </p:nvSpPr>
        <p:spPr>
          <a:xfrm>
            <a:off x="2239989" y="3533562"/>
            <a:ext cx="1658700" cy="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92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zhwmxmyk_form_datos</a:t>
            </a:r>
            <a:endParaRPr sz="563"/>
          </a:p>
        </p:txBody>
      </p:sp>
      <p:sp>
        <p:nvSpPr>
          <p:cNvPr id="888" name="Google Shape;888;p10"/>
          <p:cNvSpPr txBox="1"/>
          <p:nvPr/>
        </p:nvSpPr>
        <p:spPr>
          <a:xfrm>
            <a:off x="2239989" y="3641663"/>
            <a:ext cx="1658700" cy="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92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(Datos de la App PHP)</a:t>
            </a:r>
            <a:endParaRPr sz="563"/>
          </a:p>
        </p:txBody>
      </p:sp>
      <p:sp>
        <p:nvSpPr>
          <p:cNvPr id="889" name="Google Shape;889;p10"/>
          <p:cNvSpPr txBox="1"/>
          <p:nvPr/>
        </p:nvSpPr>
        <p:spPr>
          <a:xfrm>
            <a:off x="328542" y="4505845"/>
            <a:ext cx="17418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63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Sistema A: Portal Público</a:t>
            </a:r>
            <a:endParaRPr sz="563">
              <a:solidFill>
                <a:schemeClr val="dk1"/>
              </a:solidFill>
            </a:endParaRPr>
          </a:p>
        </p:txBody>
      </p:sp>
      <p:sp>
        <p:nvSpPr>
          <p:cNvPr id="890" name="Google Shape;890;p10"/>
          <p:cNvSpPr txBox="1"/>
          <p:nvPr/>
        </p:nvSpPr>
        <p:spPr>
          <a:xfrm>
            <a:off x="370007" y="4644053"/>
            <a:ext cx="1658700" cy="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92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tropezon.space</a:t>
            </a:r>
            <a:endParaRPr sz="563"/>
          </a:p>
        </p:txBody>
      </p:sp>
      <p:sp>
        <p:nvSpPr>
          <p:cNvPr id="891" name="Google Shape;891;p10"/>
          <p:cNvSpPr txBox="1"/>
          <p:nvPr/>
        </p:nvSpPr>
        <p:spPr>
          <a:xfrm>
            <a:off x="370007" y="4752155"/>
            <a:ext cx="1658700" cy="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92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(WordPress + Elementor)</a:t>
            </a:r>
            <a:endParaRPr sz="563"/>
          </a:p>
        </p:txBody>
      </p:sp>
      <p:sp>
        <p:nvSpPr>
          <p:cNvPr id="892" name="Google Shape;892;p10"/>
          <p:cNvSpPr txBox="1"/>
          <p:nvPr/>
        </p:nvSpPr>
        <p:spPr>
          <a:xfrm>
            <a:off x="2198524" y="4505845"/>
            <a:ext cx="1741800" cy="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63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Sistema B: App de Datos</a:t>
            </a:r>
            <a:endParaRPr sz="563">
              <a:solidFill>
                <a:schemeClr val="dk1"/>
              </a:solidFill>
            </a:endParaRPr>
          </a:p>
        </p:txBody>
      </p:sp>
      <p:sp>
        <p:nvSpPr>
          <p:cNvPr id="893" name="Google Shape;893;p10"/>
          <p:cNvSpPr txBox="1"/>
          <p:nvPr/>
        </p:nvSpPr>
        <p:spPr>
          <a:xfrm>
            <a:off x="2239989" y="4644053"/>
            <a:ext cx="1658700" cy="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92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form.tropezon.space</a:t>
            </a:r>
            <a:endParaRPr sz="563"/>
          </a:p>
        </p:txBody>
      </p:sp>
      <p:sp>
        <p:nvSpPr>
          <p:cNvPr id="894" name="Google Shape;894;p10"/>
          <p:cNvSpPr txBox="1"/>
          <p:nvPr/>
        </p:nvSpPr>
        <p:spPr>
          <a:xfrm>
            <a:off x="2239989" y="4752155"/>
            <a:ext cx="1658700" cy="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92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(PHP Nativo + Bootstrap)</a:t>
            </a:r>
            <a:endParaRPr sz="563"/>
          </a:p>
        </p:txBody>
      </p:sp>
      <p:sp>
        <p:nvSpPr>
          <p:cNvPr id="895" name="Google Shape;895;p10"/>
          <p:cNvSpPr txBox="1"/>
          <p:nvPr/>
        </p:nvSpPr>
        <p:spPr>
          <a:xfrm>
            <a:off x="3006451" y="687925"/>
            <a:ext cx="2773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2150" lIns="64375" spcFirstLastPara="1" rIns="64375" wrap="square" tIns="3215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704"/>
              </a:spcBef>
              <a:spcAft>
                <a:spcPts val="0"/>
              </a:spcAft>
              <a:buNone/>
            </a:pPr>
            <a:r>
              <a:rPr b="1" lang="en" sz="218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de datos (MySQL) </a:t>
            </a:r>
            <a:endParaRPr b="1" sz="218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6" name="Google Shape;896;p10"/>
          <p:cNvCxnSpPr/>
          <p:nvPr/>
        </p:nvCxnSpPr>
        <p:spPr>
          <a:xfrm flipH="1" rot="10800000">
            <a:off x="2979382" y="1047730"/>
            <a:ext cx="2622900" cy="18000"/>
          </a:xfrm>
          <a:prstGeom prst="straightConnector1">
            <a:avLst/>
          </a:prstGeom>
          <a:noFill/>
          <a:ln cap="flat" cmpd="sng" w="4075">
            <a:solidFill>
              <a:srgbClr val="70AD4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10"/>
          <p:cNvSpPr txBox="1"/>
          <p:nvPr/>
        </p:nvSpPr>
        <p:spPr>
          <a:xfrm>
            <a:off x="4478729" y="3596147"/>
            <a:ext cx="1714200" cy="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2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contacto telefono</a:t>
            </a:r>
            <a:r>
              <a:rPr b="0" i="0" lang="en" sz="422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VARCHAR</a:t>
            </a:r>
            <a:endParaRPr sz="492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Google Shape;9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75" y="1293955"/>
            <a:ext cx="4727482" cy="3270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2673" y="2010180"/>
            <a:ext cx="3117499" cy="183796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11"/>
          <p:cNvSpPr txBox="1"/>
          <p:nvPr/>
        </p:nvSpPr>
        <p:spPr>
          <a:xfrm>
            <a:off x="769161" y="274300"/>
            <a:ext cx="61467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00" lIns="67000" spcFirstLastPara="1" rIns="67000" wrap="square" tIns="6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9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Diagrama BD MER</a:t>
            </a:r>
            <a:endParaRPr b="1" sz="249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3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5" name="Google Shape;905;p11"/>
          <p:cNvCxnSpPr/>
          <p:nvPr/>
        </p:nvCxnSpPr>
        <p:spPr>
          <a:xfrm flipH="1" rot="10800000">
            <a:off x="806536" y="695387"/>
            <a:ext cx="2580000" cy="6900"/>
          </a:xfrm>
          <a:prstGeom prst="straightConnector1">
            <a:avLst/>
          </a:prstGeom>
          <a:noFill/>
          <a:ln cap="flat" cmpd="sng" w="7000">
            <a:solidFill>
              <a:srgbClr val="F7964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2"/>
          <p:cNvSpPr txBox="1"/>
          <p:nvPr/>
        </p:nvSpPr>
        <p:spPr>
          <a:xfrm>
            <a:off x="1960836" y="273075"/>
            <a:ext cx="51948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91">
                <a:solidFill>
                  <a:srgbClr val="000000"/>
                </a:solidFill>
              </a:rPr>
              <a:t>Stack de Tecnologías y Herramientas</a:t>
            </a:r>
            <a:endParaRPr b="1" sz="2091">
              <a:solidFill>
                <a:srgbClr val="000000"/>
              </a:solidFill>
            </a:endParaRPr>
          </a:p>
        </p:txBody>
      </p:sp>
      <p:pic>
        <p:nvPicPr>
          <p:cNvPr descr="image.png" id="911" name="Google Shape;9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199" y="2608816"/>
            <a:ext cx="1794088" cy="1700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2" name="Google Shape;9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9781" y="2608816"/>
            <a:ext cx="1794088" cy="1700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3" name="Google Shape;9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3363" y="2608816"/>
            <a:ext cx="1794088" cy="1700334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12"/>
          <p:cNvSpPr txBox="1"/>
          <p:nvPr/>
        </p:nvSpPr>
        <p:spPr>
          <a:xfrm>
            <a:off x="638338" y="3142061"/>
            <a:ext cx="15699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1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Portal Principal (tropezon.</a:t>
            </a:r>
            <a:r>
              <a:rPr b="1" lang="en" sz="1081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space</a:t>
            </a:r>
            <a:r>
              <a:rPr b="1" i="0" lang="en" sz="1081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)</a:t>
            </a:r>
            <a:endParaRPr sz="721">
              <a:solidFill>
                <a:schemeClr val="dk2"/>
              </a:solidFill>
            </a:endParaRPr>
          </a:p>
        </p:txBody>
      </p:sp>
      <p:sp>
        <p:nvSpPr>
          <p:cNvPr id="915" name="Google Shape;915;p12"/>
          <p:cNvSpPr txBox="1"/>
          <p:nvPr/>
        </p:nvSpPr>
        <p:spPr>
          <a:xfrm>
            <a:off x="675718" y="3585602"/>
            <a:ext cx="14952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WordPress 6.8.2</a:t>
            </a:r>
            <a:br>
              <a:rPr b="0" i="0" lang="en" sz="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Elementor 3.31.2</a:t>
            </a:r>
            <a:br>
              <a:rPr b="0" i="0" lang="en" sz="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MySQL 8.0.35</a:t>
            </a:r>
            <a:br>
              <a:rPr b="0" i="0" lang="en" sz="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Yoast SEO</a:t>
            </a:r>
            <a:endParaRPr sz="721"/>
          </a:p>
        </p:txBody>
      </p:sp>
      <p:sp>
        <p:nvSpPr>
          <p:cNvPr id="916" name="Google Shape;916;p12"/>
          <p:cNvSpPr txBox="1"/>
          <p:nvPr/>
        </p:nvSpPr>
        <p:spPr>
          <a:xfrm>
            <a:off x="2631920" y="3142061"/>
            <a:ext cx="15699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1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App de Formularios (form.</a:t>
            </a:r>
            <a:r>
              <a:rPr b="1" lang="en" sz="1081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tropezón</a:t>
            </a:r>
            <a:r>
              <a:rPr b="1" i="0" lang="en" sz="1081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.space)</a:t>
            </a:r>
            <a:endParaRPr sz="721">
              <a:solidFill>
                <a:schemeClr val="dk2"/>
              </a:solidFill>
            </a:endParaRPr>
          </a:p>
        </p:txBody>
      </p:sp>
      <p:sp>
        <p:nvSpPr>
          <p:cNvPr id="917" name="Google Shape;917;p12"/>
          <p:cNvSpPr txBox="1"/>
          <p:nvPr/>
        </p:nvSpPr>
        <p:spPr>
          <a:xfrm>
            <a:off x="2669300" y="3585602"/>
            <a:ext cx="14952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PHP (Nativo)</a:t>
            </a:r>
            <a:br>
              <a:rPr b="0" i="0" lang="en" sz="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HTML5 / CSS3</a:t>
            </a:r>
            <a:br>
              <a:rPr b="0" i="0" lang="en" sz="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Bootstrap 5 &amp; Icons</a:t>
            </a:r>
            <a:br>
              <a:rPr b="0" i="0" lang="en" sz="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JavaScript (Validaciones)</a:t>
            </a:r>
            <a:endParaRPr sz="721"/>
          </a:p>
        </p:txBody>
      </p:sp>
      <p:sp>
        <p:nvSpPr>
          <p:cNvPr id="918" name="Google Shape;918;p12"/>
          <p:cNvSpPr txBox="1"/>
          <p:nvPr/>
        </p:nvSpPr>
        <p:spPr>
          <a:xfrm>
            <a:off x="4625501" y="3142061"/>
            <a:ext cx="15699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81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Gestión y Soporte (General)</a:t>
            </a:r>
            <a:endParaRPr sz="721">
              <a:solidFill>
                <a:schemeClr val="dk2"/>
              </a:solidFill>
            </a:endParaRPr>
          </a:p>
        </p:txBody>
      </p:sp>
      <p:sp>
        <p:nvSpPr>
          <p:cNvPr id="919" name="Google Shape;919;p12"/>
          <p:cNvSpPr txBox="1"/>
          <p:nvPr/>
        </p:nvSpPr>
        <p:spPr>
          <a:xfrm>
            <a:off x="4662881" y="3585602"/>
            <a:ext cx="14952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GitHub</a:t>
            </a:r>
            <a:br>
              <a:rPr b="0" i="0" lang="en" sz="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Trello / Jira</a:t>
            </a:r>
            <a:br>
              <a:rPr b="0" i="0" lang="en" sz="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721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Cpanel (Hosting)</a:t>
            </a:r>
            <a:endParaRPr sz="721"/>
          </a:p>
        </p:txBody>
      </p:sp>
      <p:pic>
        <p:nvPicPr>
          <p:cNvPr descr="image.png" id="920" name="Google Shape;92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1363" y="2381614"/>
            <a:ext cx="403907" cy="4038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1" name="Google Shape;92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82997" y="2447608"/>
            <a:ext cx="403910" cy="323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2" name="Google Shape;92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80851" y="2447603"/>
            <a:ext cx="323139" cy="323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3" name="Google Shape;92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4495" y="2608810"/>
            <a:ext cx="1794088" cy="1700334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12"/>
          <p:cNvSpPr txBox="1"/>
          <p:nvPr/>
        </p:nvSpPr>
        <p:spPr>
          <a:xfrm>
            <a:off x="6669743" y="3143750"/>
            <a:ext cx="15699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81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Integraciones Clave</a:t>
            </a:r>
            <a:endParaRPr sz="1081">
              <a:solidFill>
                <a:schemeClr val="dk2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1">
              <a:solidFill>
                <a:srgbClr val="F39C1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25" name="Google Shape;925;p12"/>
          <p:cNvSpPr txBox="1"/>
          <p:nvPr/>
        </p:nvSpPr>
        <p:spPr>
          <a:xfrm>
            <a:off x="6707123" y="3587291"/>
            <a:ext cx="14952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48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Plugins de SEO (Yoast)</a:t>
            </a:r>
            <a:br>
              <a:rPr lang="en" sz="86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648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Google Analytics</a:t>
            </a:r>
            <a:br>
              <a:rPr lang="en" sz="86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648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Sistemas de Seguridad y Backups</a:t>
            </a:r>
            <a:endParaRPr sz="648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1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926" name="Google Shape;926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97936" y="2414784"/>
            <a:ext cx="323136" cy="38873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12"/>
          <p:cNvSpPr txBox="1"/>
          <p:nvPr/>
        </p:nvSpPr>
        <p:spPr>
          <a:xfrm>
            <a:off x="403828" y="1110964"/>
            <a:ext cx="21813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40000" spcFirstLastPara="1" rIns="40000" wrap="square" tIns="4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37">
                <a:solidFill>
                  <a:srgbClr val="000000"/>
                </a:solidFill>
              </a:rPr>
              <a:t>El Portal Principal (</a:t>
            </a:r>
            <a:r>
              <a:rPr b="1" lang="en" sz="93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tropezón.space</a:t>
            </a:r>
            <a:r>
              <a:rPr b="1" lang="en" sz="937">
                <a:solidFill>
                  <a:srgbClr val="000000"/>
                </a:solidFill>
              </a:rPr>
              <a:t>) utiliza un stack probado de WordPress 6.8.2, Elementor 3.31.2 y MySQL 8.0.35, optimizado con Yoast SEO para la gestión de contenido.</a:t>
            </a:r>
            <a:endParaRPr b="1" sz="9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2"/>
          <p:cNvSpPr txBox="1"/>
          <p:nvPr/>
        </p:nvSpPr>
        <p:spPr>
          <a:xfrm>
            <a:off x="3358761" y="1074027"/>
            <a:ext cx="21813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40000" spcFirstLastPara="1" rIns="40000" wrap="square" tIns="4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5">
                <a:solidFill>
                  <a:srgbClr val="000000"/>
                </a:solidFill>
              </a:rPr>
              <a:t>paralelamente, la App de Formularios y el Panel Admin se desarrollaron como una solución a medida con PHP Nativo, HTML5/CSS3, Bootstrap 5 y JavaScript, garantizando una interfaz segura, rápida y responsive.</a:t>
            </a:r>
            <a:endParaRPr b="1" sz="86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2"/>
          <p:cNvSpPr txBox="1"/>
          <p:nvPr/>
        </p:nvSpPr>
        <p:spPr>
          <a:xfrm>
            <a:off x="6455095" y="1074027"/>
            <a:ext cx="19467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40000" spcFirstLastPara="1" rIns="40000" wrap="square" tIns="4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37">
                <a:solidFill>
                  <a:srgbClr val="000000"/>
                </a:solidFill>
              </a:rPr>
              <a:t>Toda la gestión del proyecto se realizó con </a:t>
            </a:r>
            <a:r>
              <a:rPr b="1" lang="en" sz="937"/>
              <a:t>Jira</a:t>
            </a:r>
            <a:r>
              <a:rPr b="1" lang="en" sz="937">
                <a:solidFill>
                  <a:srgbClr val="000000"/>
                </a:solidFill>
              </a:rPr>
              <a:t> y GitHub, se integró Google Analytics para la analítica y se desplegó en un Hosting Compartido con Cpanel</a:t>
            </a:r>
            <a:endParaRPr b="1" sz="937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0" name="Google Shape;930;p12"/>
          <p:cNvCxnSpPr/>
          <p:nvPr/>
        </p:nvCxnSpPr>
        <p:spPr>
          <a:xfrm flipH="1" rot="10800000">
            <a:off x="52925" y="2018643"/>
            <a:ext cx="8793000" cy="6300"/>
          </a:xfrm>
          <a:prstGeom prst="straightConnector1">
            <a:avLst/>
          </a:prstGeom>
          <a:noFill/>
          <a:ln cap="flat" cmpd="sng" w="166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12"/>
          <p:cNvCxnSpPr/>
          <p:nvPr/>
        </p:nvCxnSpPr>
        <p:spPr>
          <a:xfrm flipH="1" rot="10800000">
            <a:off x="2399662" y="599375"/>
            <a:ext cx="4762800" cy="15300"/>
          </a:xfrm>
          <a:prstGeom prst="straightConnector1">
            <a:avLst/>
          </a:prstGeom>
          <a:noFill/>
          <a:ln cap="flat" cmpd="sng" w="4175">
            <a:solidFill>
              <a:srgbClr val="70AD4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3"/>
          <p:cNvSpPr txBox="1"/>
          <p:nvPr/>
        </p:nvSpPr>
        <p:spPr>
          <a:xfrm>
            <a:off x="5024127" y="659124"/>
            <a:ext cx="39252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900" lIns="37900" spcFirstLastPara="1" rIns="37900" wrap="square" tIns="37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5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37" name="Google Shape;9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9471" y="1582741"/>
            <a:ext cx="1088982" cy="17811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8" name="Google Shape;93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4451" y="1582736"/>
            <a:ext cx="1051496" cy="1796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9" name="Google Shape;9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78" y="1582741"/>
            <a:ext cx="1051496" cy="1796508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13"/>
          <p:cNvSpPr txBox="1"/>
          <p:nvPr/>
        </p:nvSpPr>
        <p:spPr>
          <a:xfrm>
            <a:off x="275222" y="1674588"/>
            <a:ext cx="9057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6600" lIns="26600" spcFirstLastPara="1" rIns="26600" wrap="square" tIns="26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24"/>
              </a:spcBef>
              <a:spcAft>
                <a:spcPts val="116"/>
              </a:spcAft>
              <a:buClr>
                <a:srgbClr val="000000"/>
              </a:buClr>
              <a:buSzPts val="267"/>
              <a:buFont typeface="Arial"/>
              <a:buNone/>
            </a:pPr>
            <a:r>
              <a:rPr b="1" lang="en" sz="69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 personales (Chile) - Ley 21.719</a:t>
            </a:r>
            <a:endParaRPr sz="52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3"/>
          <p:cNvSpPr txBox="1"/>
          <p:nvPr/>
        </p:nvSpPr>
        <p:spPr>
          <a:xfrm>
            <a:off x="250854" y="2022176"/>
            <a:ext cx="935700" cy="1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600" lIns="26600" spcFirstLastPara="1" rIns="26600" wrap="square" tIns="26600">
            <a:noAutofit/>
          </a:bodyPr>
          <a:lstStyle/>
          <a:p>
            <a:pPr indent="-92392" lvl="0" marL="133046" rtl="0" algn="l">
              <a:spcBef>
                <a:spcPts val="349"/>
              </a:spcBef>
              <a:spcAft>
                <a:spcPts val="0"/>
              </a:spcAft>
              <a:buClr>
                <a:srgbClr val="FFFFFF"/>
              </a:buClr>
              <a:buSzPts val="407"/>
              <a:buFont typeface="Calibri"/>
              <a:buChar char="●"/>
            </a:pPr>
            <a:r>
              <a:rPr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 el tratamiento de datos y crea la Agencia de Protección de Datos.</a:t>
            </a:r>
            <a:br>
              <a:rPr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2392" lvl="0" marL="13304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7"/>
              <a:buFont typeface="Calibri"/>
              <a:buChar char="●"/>
            </a:pPr>
            <a:r>
              <a:rPr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Exige medidas de seguridad “desde el diseño” y transparencia.</a:t>
            </a:r>
            <a:br>
              <a:rPr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2392" lvl="0" marL="13304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7"/>
              <a:buFont typeface="Calibri"/>
              <a:buChar char="●"/>
            </a:pPr>
            <a:r>
              <a:rPr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Principios clave: licitud, finalidad, proporcionalidad y responsabilidad.</a:t>
            </a:r>
            <a:br>
              <a:rPr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2392" lvl="0" marL="13304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7"/>
              <a:buChar char="●"/>
            </a:pPr>
            <a:r>
              <a:rPr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Sanciones hasta </a:t>
            </a:r>
            <a:r>
              <a:rPr b="1"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20.000 UTM</a:t>
            </a:r>
            <a:r>
              <a:rPr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registro nacional de sanciones.</a:t>
            </a:r>
            <a:br>
              <a:rPr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2392" lvl="0" marL="13304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7"/>
              <a:buFont typeface="Calibri"/>
              <a:buChar char="●"/>
            </a:pPr>
            <a:r>
              <a:rPr lang="en" sz="40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Alineada con estándares internacionales (similar a GDPR).</a:t>
            </a:r>
            <a:endParaRPr sz="40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49"/>
              </a:spcBef>
              <a:spcAft>
                <a:spcPts val="0"/>
              </a:spcAft>
              <a:buNone/>
            </a:pPr>
            <a:r>
              <a:t/>
            </a:r>
            <a:endParaRPr sz="52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13"/>
          <p:cNvSpPr txBox="1"/>
          <p:nvPr/>
        </p:nvSpPr>
        <p:spPr>
          <a:xfrm>
            <a:off x="1587389" y="1702643"/>
            <a:ext cx="9903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6600" lIns="26600" spcFirstLastPara="1" rIns="26600" wrap="square" tIns="266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24"/>
              </a:spcBef>
              <a:spcAft>
                <a:spcPts val="116"/>
              </a:spcAft>
              <a:buClr>
                <a:srgbClr val="000000"/>
              </a:buClr>
              <a:buSzPts val="267"/>
              <a:buFont typeface="Arial"/>
              <a:buNone/>
            </a:pPr>
            <a:r>
              <a:rPr b="1" lang="en" sz="69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Ciberseguridad y delitos informáticos (Chile)</a:t>
            </a:r>
            <a:endParaRPr sz="52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3"/>
          <p:cNvSpPr txBox="1"/>
          <p:nvPr/>
        </p:nvSpPr>
        <p:spPr>
          <a:xfrm>
            <a:off x="1622437" y="2050228"/>
            <a:ext cx="935700" cy="1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600" lIns="26600" spcFirstLastPara="1" rIns="26600" wrap="square" tIns="26600">
            <a:noAutofit/>
          </a:bodyPr>
          <a:lstStyle/>
          <a:p>
            <a:pPr indent="-96090" lvl="0" marL="133047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"/>
              <a:buFont typeface="Calibri"/>
              <a:buChar char="●"/>
            </a:pPr>
            <a:r>
              <a:rPr lang="en" sz="4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Actualiza delitos informáticos según el </a:t>
            </a:r>
            <a:r>
              <a:rPr b="1" lang="en" sz="4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Convenio de Budapest</a:t>
            </a:r>
            <a:r>
              <a:rPr lang="en" sz="4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" sz="4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6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090" lvl="0" marL="133047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"/>
              <a:buFont typeface="Calibri"/>
              <a:buChar char="●"/>
            </a:pPr>
            <a:r>
              <a:rPr lang="en" sz="4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Tipifica: acceso ilícito, interceptación, ataques a sistemas/datos, falsificación y fraude informático.</a:t>
            </a:r>
            <a:br>
              <a:rPr lang="en" sz="4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6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090" lvl="0" marL="133047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"/>
              <a:buFont typeface="Calibri"/>
              <a:buChar char="●"/>
            </a:pPr>
            <a:r>
              <a:rPr lang="en" sz="4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Refuerza investigación, trazabilidad y preservación de evidencias.</a:t>
            </a:r>
            <a:endParaRPr sz="46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3"/>
          <p:cNvSpPr txBox="1"/>
          <p:nvPr/>
        </p:nvSpPr>
        <p:spPr>
          <a:xfrm>
            <a:off x="2990957" y="1692106"/>
            <a:ext cx="1013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375" lIns="26375" spcFirstLastPara="1" rIns="26375" wrap="square" tIns="26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19"/>
              </a:spcBef>
              <a:spcAft>
                <a:spcPts val="0"/>
              </a:spcAft>
              <a:buClr>
                <a:srgbClr val="000000"/>
              </a:buClr>
              <a:buSzPts val="267"/>
              <a:buFont typeface="Arial"/>
              <a:buNone/>
            </a:pPr>
            <a:r>
              <a:rPr b="1" lang="en" sz="6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Propiedad intelectual y derechos de autor (Chile)</a:t>
            </a:r>
            <a:endParaRPr b="1" sz="6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519"/>
              </a:spcBef>
              <a:spcAft>
                <a:spcPts val="115"/>
              </a:spcAft>
              <a:buNone/>
            </a:pPr>
            <a:r>
              <a:t/>
            </a:r>
            <a:endParaRPr b="1" sz="6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3"/>
          <p:cNvSpPr txBox="1"/>
          <p:nvPr/>
        </p:nvSpPr>
        <p:spPr>
          <a:xfrm>
            <a:off x="2998483" y="2027198"/>
            <a:ext cx="9273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375" lIns="26375" spcFirstLastPara="1" rIns="26375" wrap="square" tIns="26375">
            <a:noAutofit/>
          </a:bodyPr>
          <a:lstStyle/>
          <a:p>
            <a:pPr indent="-86106" lvl="0" marL="131907" rtl="0" algn="l">
              <a:spcBef>
                <a:spcPts val="346"/>
              </a:spcBef>
              <a:spcAft>
                <a:spcPts val="0"/>
              </a:spcAft>
              <a:buClr>
                <a:srgbClr val="FFFFFF"/>
              </a:buClr>
              <a:buSzPts val="317"/>
              <a:buFont typeface="Arial"/>
              <a:buChar char="●"/>
            </a:pPr>
            <a: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Protege obras y software; define derechos morales y patrimoniales.</a:t>
            </a:r>
            <a:b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54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6106" lvl="0" marL="131907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7"/>
              <a:buFont typeface="Arial"/>
              <a:buChar char="●"/>
            </a:pPr>
            <a: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Incluye excepciones bajo la regla de tres pasos.</a:t>
            </a:r>
            <a:b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54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6106" lvl="0" marL="131907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7"/>
              <a:buFont typeface="Arial"/>
              <a:buChar char="●"/>
            </a:pPr>
            <a: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Normas de responsabilidad para proveedores de Internet y medidas civiles/penales.</a:t>
            </a:r>
            <a:b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54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46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3"/>
          <p:cNvSpPr/>
          <p:nvPr/>
        </p:nvSpPr>
        <p:spPr>
          <a:xfrm>
            <a:off x="1750438" y="3012619"/>
            <a:ext cx="669000" cy="664500"/>
          </a:xfrm>
          <a:prstGeom prst="ellipse">
            <a:avLst/>
          </a:prstGeom>
          <a:solidFill>
            <a:srgbClr val="FFFFFF"/>
          </a:solidFill>
          <a:ln cap="flat" cmpd="sng" w="23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175" lIns="22175" spcFirstLastPara="1" rIns="22175" wrap="square" tIns="2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7" name="Google Shape;947;p13"/>
          <p:cNvCxnSpPr/>
          <p:nvPr/>
        </p:nvCxnSpPr>
        <p:spPr>
          <a:xfrm flipH="1" rot="10800000">
            <a:off x="1629033" y="1992865"/>
            <a:ext cx="899700" cy="3000"/>
          </a:xfrm>
          <a:prstGeom prst="straightConnector1">
            <a:avLst/>
          </a:prstGeom>
          <a:noFill/>
          <a:ln cap="flat" cmpd="sng" w="2300">
            <a:solidFill>
              <a:srgbClr val="F39C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3"/>
          <p:cNvCxnSpPr/>
          <p:nvPr/>
        </p:nvCxnSpPr>
        <p:spPr>
          <a:xfrm flipH="1" rot="10800000">
            <a:off x="289779" y="1992865"/>
            <a:ext cx="899700" cy="3000"/>
          </a:xfrm>
          <a:prstGeom prst="straightConnector1">
            <a:avLst/>
          </a:prstGeom>
          <a:noFill/>
          <a:ln cap="flat" cmpd="sng" w="2300">
            <a:solidFill>
              <a:srgbClr val="F39C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3"/>
          <p:cNvCxnSpPr/>
          <p:nvPr/>
        </p:nvCxnSpPr>
        <p:spPr>
          <a:xfrm flipH="1" rot="10800000">
            <a:off x="3012410" y="1992865"/>
            <a:ext cx="899700" cy="3000"/>
          </a:xfrm>
          <a:prstGeom prst="straightConnector1">
            <a:avLst/>
          </a:prstGeom>
          <a:noFill/>
          <a:ln cap="flat" cmpd="sng" w="2300">
            <a:solidFill>
              <a:srgbClr val="F39C1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13"/>
          <p:cNvSpPr/>
          <p:nvPr/>
        </p:nvSpPr>
        <p:spPr>
          <a:xfrm>
            <a:off x="3181909" y="3031107"/>
            <a:ext cx="669000" cy="630900"/>
          </a:xfrm>
          <a:prstGeom prst="ellipse">
            <a:avLst/>
          </a:prstGeom>
          <a:solidFill>
            <a:srgbClr val="FFFFFF"/>
          </a:solidFill>
          <a:ln cap="flat" cmpd="sng" w="23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175" lIns="22175" spcFirstLastPara="1" rIns="22175" wrap="square" tIns="2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13"/>
          <p:cNvSpPr/>
          <p:nvPr/>
        </p:nvSpPr>
        <p:spPr>
          <a:xfrm>
            <a:off x="418852" y="3088718"/>
            <a:ext cx="599700" cy="573000"/>
          </a:xfrm>
          <a:prstGeom prst="ellipse">
            <a:avLst/>
          </a:prstGeom>
          <a:solidFill>
            <a:srgbClr val="FFFFFF"/>
          </a:solidFill>
          <a:ln cap="flat" cmpd="sng" w="23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22175" lIns="22175" spcFirstLastPara="1" rIns="22175" wrap="square" tIns="2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ok signed by author icon vector outline illustration (proporcionado por Getty Images)" id="952" name="Google Shape;95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2430" y="3120811"/>
            <a:ext cx="448169" cy="448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 protection, Code, encryption, security icon (proporcionado por Getty Images)" id="953" name="Google Shape;953;p13"/>
          <p:cNvPicPr preferRelativeResize="0"/>
          <p:nvPr/>
        </p:nvPicPr>
        <p:blipFill rotWithShape="1">
          <a:blip r:embed="rId5">
            <a:alphaModFix/>
          </a:blip>
          <a:srcRect b="12695" l="11877" r="11594" t="12977"/>
          <a:stretch/>
        </p:blipFill>
        <p:spPr>
          <a:xfrm>
            <a:off x="1861708" y="3122348"/>
            <a:ext cx="461445" cy="448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identity card black icon, user, office id card (proporcionado por Getty Images)" id="954" name="Google Shape;95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821" y="3180447"/>
            <a:ext cx="389591" cy="3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13"/>
          <p:cNvSpPr txBox="1"/>
          <p:nvPr/>
        </p:nvSpPr>
        <p:spPr>
          <a:xfrm>
            <a:off x="2333235" y="369853"/>
            <a:ext cx="38868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900" lIns="37900" spcFirstLastPara="1" rIns="37900" wrap="square" tIns="37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3">
                <a:latin typeface="Calibri"/>
                <a:ea typeface="Calibri"/>
                <a:cs typeface="Calibri"/>
                <a:sym typeface="Calibri"/>
              </a:rPr>
              <a:t>Leyes Nacionales </a:t>
            </a:r>
            <a:endParaRPr b="1" sz="2403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3">
                <a:latin typeface="Calibri"/>
                <a:ea typeface="Calibri"/>
                <a:cs typeface="Calibri"/>
                <a:sym typeface="Calibri"/>
              </a:rPr>
              <a:t>&amp;</a:t>
            </a:r>
            <a:endParaRPr b="1" sz="2403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3">
                <a:latin typeface="Calibri"/>
                <a:ea typeface="Calibri"/>
                <a:cs typeface="Calibri"/>
                <a:sym typeface="Calibri"/>
              </a:rPr>
              <a:t>Internacionales</a:t>
            </a:r>
            <a:endParaRPr b="1" sz="2403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3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6" name="Google Shape;956;p13"/>
          <p:cNvCxnSpPr/>
          <p:nvPr/>
        </p:nvCxnSpPr>
        <p:spPr>
          <a:xfrm flipH="1" rot="10800000">
            <a:off x="2493789" y="745529"/>
            <a:ext cx="3649200" cy="18600"/>
          </a:xfrm>
          <a:prstGeom prst="straightConnector1">
            <a:avLst/>
          </a:prstGeom>
          <a:noFill/>
          <a:ln cap="flat" cmpd="sng" w="3950">
            <a:solidFill>
              <a:srgbClr val="F7964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.png" id="957" name="Google Shape;9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2026" y="1582749"/>
            <a:ext cx="1089087" cy="1781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8" name="Google Shape;9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6871" y="1582743"/>
            <a:ext cx="1051599" cy="1796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9" name="Google Shape;9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4766" y="1582749"/>
            <a:ext cx="1051599" cy="1796686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13"/>
          <p:cNvSpPr txBox="1"/>
          <p:nvPr/>
        </p:nvSpPr>
        <p:spPr>
          <a:xfrm>
            <a:off x="4737517" y="1674605"/>
            <a:ext cx="906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625" lIns="26625" spcFirstLastPara="1" rIns="26625" wrap="square" tIns="266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24"/>
              </a:spcBef>
              <a:spcAft>
                <a:spcPts val="116"/>
              </a:spcAft>
              <a:buNone/>
            </a:pPr>
            <a:r>
              <a:rPr b="1" lang="en" sz="69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ISO 27001 – Seguridad de la Información</a:t>
            </a:r>
            <a:endParaRPr sz="52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3"/>
          <p:cNvSpPr txBox="1"/>
          <p:nvPr/>
        </p:nvSpPr>
        <p:spPr>
          <a:xfrm>
            <a:off x="4708685" y="2050277"/>
            <a:ext cx="935700" cy="1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625" lIns="26625" spcFirstLastPara="1" rIns="26625" wrap="square" tIns="26625">
            <a:noAutofit/>
          </a:bodyPr>
          <a:lstStyle/>
          <a:p>
            <a:pPr indent="-84689" lvl="0" marL="110867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1"/>
              <a:buChar char="●"/>
            </a:pPr>
            <a:r>
              <a:rPr lang="en" sz="460">
                <a:solidFill>
                  <a:srgbClr val="FFFFFF"/>
                </a:solidFill>
              </a:rPr>
              <a:t>Estándar internacional para implementar un </a:t>
            </a:r>
            <a:r>
              <a:rPr b="1" lang="en" sz="460">
                <a:solidFill>
                  <a:srgbClr val="FFFFFF"/>
                </a:solidFill>
              </a:rPr>
              <a:t>Sistema de Gestión de Seguridad de la Información (SGSI)</a:t>
            </a:r>
            <a:r>
              <a:rPr lang="en" sz="460">
                <a:solidFill>
                  <a:srgbClr val="FFFFFF"/>
                </a:solidFill>
              </a:rPr>
              <a:t>.</a:t>
            </a:r>
            <a:br>
              <a:rPr lang="en" sz="460">
                <a:solidFill>
                  <a:srgbClr val="FFFFFF"/>
                </a:solidFill>
              </a:rPr>
            </a:br>
            <a:endParaRPr sz="460">
              <a:solidFill>
                <a:srgbClr val="FFFFFF"/>
              </a:solidFill>
            </a:endParaRPr>
          </a:p>
          <a:p>
            <a:pPr indent="-84689" lvl="0" marL="110867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1"/>
              <a:buChar char="●"/>
            </a:pPr>
            <a:r>
              <a:rPr lang="en" sz="460">
                <a:solidFill>
                  <a:srgbClr val="FFFFFF"/>
                </a:solidFill>
              </a:rPr>
              <a:t>Define controles para proteger </a:t>
            </a:r>
            <a:r>
              <a:rPr b="1" lang="en" sz="460">
                <a:solidFill>
                  <a:srgbClr val="FFFFFF"/>
                </a:solidFill>
              </a:rPr>
              <a:t>confidencialidad, integridad y disponibilidad</a:t>
            </a:r>
            <a:r>
              <a:rPr lang="en" sz="460">
                <a:solidFill>
                  <a:srgbClr val="FFFFFF"/>
                </a:solidFill>
              </a:rPr>
              <a:t> de la información.</a:t>
            </a:r>
            <a:br>
              <a:rPr lang="en" sz="460">
                <a:solidFill>
                  <a:srgbClr val="FFFFFF"/>
                </a:solidFill>
              </a:rPr>
            </a:br>
            <a:endParaRPr sz="460">
              <a:solidFill>
                <a:srgbClr val="FFFFFF"/>
              </a:solidFill>
            </a:endParaRPr>
          </a:p>
          <a:p>
            <a:pPr indent="-84689" lvl="0" marL="110867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1"/>
              <a:buChar char="●"/>
            </a:pPr>
            <a:r>
              <a:rPr lang="en" sz="460">
                <a:solidFill>
                  <a:srgbClr val="FFFFFF"/>
                </a:solidFill>
              </a:rPr>
              <a:t>Base de la mayoría de las buenas prácticas actuales.</a:t>
            </a:r>
            <a:endParaRPr sz="460">
              <a:solidFill>
                <a:srgbClr val="FFFFFF"/>
              </a:solidFill>
            </a:endParaRPr>
          </a:p>
          <a:p>
            <a:pPr indent="0" lvl="0" marL="110867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3"/>
          <p:cNvSpPr txBox="1"/>
          <p:nvPr/>
        </p:nvSpPr>
        <p:spPr>
          <a:xfrm>
            <a:off x="6049812" y="1702663"/>
            <a:ext cx="990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625" lIns="26625" spcFirstLastPara="1" rIns="26625" wrap="square" tIns="266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24"/>
              </a:spcBef>
              <a:spcAft>
                <a:spcPts val="116"/>
              </a:spcAft>
              <a:buNone/>
            </a:pPr>
            <a:r>
              <a:rPr b="1" lang="en" sz="69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ISO 9001 - Gestión de calidad</a:t>
            </a:r>
            <a:endParaRPr sz="52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3"/>
          <p:cNvSpPr txBox="1"/>
          <p:nvPr/>
        </p:nvSpPr>
        <p:spPr>
          <a:xfrm>
            <a:off x="6084863" y="2050282"/>
            <a:ext cx="935700" cy="1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625" lIns="26625" spcFirstLastPara="1" rIns="26625" wrap="square" tIns="26625">
            <a:noAutofit/>
          </a:bodyPr>
          <a:lstStyle/>
          <a:p>
            <a:pPr indent="-96098" lvl="0" marL="13306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"/>
              <a:buFont typeface="Calibri"/>
              <a:buChar char="●"/>
            </a:pPr>
            <a:r>
              <a:rPr lang="en" sz="4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Esta norma se centra en los sistemas de gestión de calidad y ayuda a las organizaciones a mejorar su rendimiento</a:t>
            </a:r>
            <a:br>
              <a:rPr lang="en" sz="4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6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098" lvl="0" marL="13306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"/>
              <a:buFont typeface="Calibri"/>
              <a:buChar char="●"/>
            </a:pPr>
            <a:r>
              <a:rPr lang="en" sz="4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cumplir con las regulaciones aplicables</a:t>
            </a:r>
            <a:br>
              <a:rPr lang="en" sz="46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65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787" lvl="0" marL="13306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1"/>
              <a:buFont typeface="Calibri"/>
              <a:buChar char="●"/>
            </a:pPr>
            <a:r>
              <a:rPr lang="en" sz="46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 de la ISO 9001 puede optimizar los procesos de producción de noticias, edición y publicación.</a:t>
            </a:r>
            <a:endParaRPr sz="46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3"/>
          <p:cNvSpPr txBox="1"/>
          <p:nvPr/>
        </p:nvSpPr>
        <p:spPr>
          <a:xfrm>
            <a:off x="7461743" y="1698884"/>
            <a:ext cx="1013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00" lIns="26400" spcFirstLastPara="1" rIns="26400" wrap="square" tIns="26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19"/>
              </a:spcBef>
              <a:spcAft>
                <a:spcPts val="0"/>
              </a:spcAft>
              <a:buNone/>
            </a:pPr>
            <a:r>
              <a:rPr b="1" lang="en" sz="6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ISO/IEC - 27032 - CIBERSEGURIDAD</a:t>
            </a:r>
            <a:endParaRPr b="1" sz="6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519"/>
              </a:spcBef>
              <a:spcAft>
                <a:spcPts val="115"/>
              </a:spcAft>
              <a:buNone/>
            </a:pPr>
            <a:r>
              <a:t/>
            </a:r>
            <a:endParaRPr b="1" sz="6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3"/>
          <p:cNvSpPr txBox="1"/>
          <p:nvPr/>
        </p:nvSpPr>
        <p:spPr>
          <a:xfrm>
            <a:off x="7461043" y="2027250"/>
            <a:ext cx="9276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00" lIns="26400" spcFirstLastPara="1" rIns="26400" wrap="square" tIns="26400">
            <a:noAutofit/>
          </a:bodyPr>
          <a:lstStyle/>
          <a:p>
            <a:pPr indent="-86114" lvl="0" marL="131919" rtl="0" algn="l">
              <a:spcBef>
                <a:spcPts val="346"/>
              </a:spcBef>
              <a:spcAft>
                <a:spcPts val="0"/>
              </a:spcAft>
              <a:buClr>
                <a:srgbClr val="FFFFFF"/>
              </a:buClr>
              <a:buSzPts val="317"/>
              <a:buFont typeface="Arial"/>
              <a:buChar char="●"/>
            </a:pPr>
            <a: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Protege obras y software; define derechos morales y patrimoniales.</a:t>
            </a:r>
            <a:b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54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6114" lvl="0" marL="131919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7"/>
              <a:buFont typeface="Arial"/>
              <a:buChar char="●"/>
            </a:pPr>
            <a: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Incluye excepciones bajo la regla de tres pasos.</a:t>
            </a:r>
            <a:b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54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6114" lvl="0" marL="131919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7"/>
              <a:buFont typeface="Arial"/>
              <a:buChar char="●"/>
            </a:pPr>
            <a: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Normas de responsabilidad para proveedores de Internet y medidas civiles/penales.</a:t>
            </a:r>
            <a:br>
              <a:rPr lang="en" sz="54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54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46"/>
              </a:spcBef>
              <a:spcAft>
                <a:spcPts val="0"/>
              </a:spcAft>
              <a:buNone/>
            </a:pPr>
            <a:r>
              <a:t/>
            </a:r>
            <a:endParaRPr sz="46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3"/>
          <p:cNvSpPr/>
          <p:nvPr/>
        </p:nvSpPr>
        <p:spPr>
          <a:xfrm>
            <a:off x="6212876" y="3012769"/>
            <a:ext cx="669000" cy="664200"/>
          </a:xfrm>
          <a:prstGeom prst="ellipse">
            <a:avLst/>
          </a:prstGeom>
          <a:solidFill>
            <a:srgbClr val="FFFFFF"/>
          </a:solidFill>
          <a:ln cap="flat" cmpd="sng" w="23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175" lIns="22175" spcFirstLastPara="1" rIns="22175" wrap="square" tIns="2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7" name="Google Shape;967;p13"/>
          <p:cNvCxnSpPr/>
          <p:nvPr/>
        </p:nvCxnSpPr>
        <p:spPr>
          <a:xfrm flipH="1" rot="10800000">
            <a:off x="6091459" y="1992913"/>
            <a:ext cx="899400" cy="3000"/>
          </a:xfrm>
          <a:prstGeom prst="straightConnector1">
            <a:avLst/>
          </a:prstGeom>
          <a:noFill/>
          <a:ln cap="flat" cmpd="sng" w="2300">
            <a:solidFill>
              <a:srgbClr val="F39C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13"/>
          <p:cNvCxnSpPr/>
          <p:nvPr/>
        </p:nvCxnSpPr>
        <p:spPr>
          <a:xfrm flipH="1" rot="10800000">
            <a:off x="4752075" y="1992913"/>
            <a:ext cx="899400" cy="3000"/>
          </a:xfrm>
          <a:prstGeom prst="straightConnector1">
            <a:avLst/>
          </a:prstGeom>
          <a:noFill/>
          <a:ln cap="flat" cmpd="sng" w="2300">
            <a:solidFill>
              <a:srgbClr val="F39C1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" name="Google Shape;969;p13"/>
          <p:cNvCxnSpPr/>
          <p:nvPr/>
        </p:nvCxnSpPr>
        <p:spPr>
          <a:xfrm flipH="1" rot="10800000">
            <a:off x="7474971" y="1992913"/>
            <a:ext cx="899400" cy="3000"/>
          </a:xfrm>
          <a:prstGeom prst="straightConnector1">
            <a:avLst/>
          </a:prstGeom>
          <a:noFill/>
          <a:ln cap="flat" cmpd="sng" w="2300">
            <a:solidFill>
              <a:srgbClr val="F39C1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0" name="Google Shape;970;p13"/>
          <p:cNvSpPr/>
          <p:nvPr/>
        </p:nvSpPr>
        <p:spPr>
          <a:xfrm>
            <a:off x="7644486" y="3031259"/>
            <a:ext cx="669000" cy="630600"/>
          </a:xfrm>
          <a:prstGeom prst="ellipse">
            <a:avLst/>
          </a:prstGeom>
          <a:solidFill>
            <a:srgbClr val="FFFFFF"/>
          </a:solidFill>
          <a:ln cap="flat" cmpd="sng" w="23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175" lIns="22175" spcFirstLastPara="1" rIns="22175" wrap="square" tIns="2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3"/>
          <p:cNvSpPr/>
          <p:nvPr/>
        </p:nvSpPr>
        <p:spPr>
          <a:xfrm>
            <a:off x="4881161" y="3088875"/>
            <a:ext cx="599400" cy="573300"/>
          </a:xfrm>
          <a:prstGeom prst="ellipse">
            <a:avLst/>
          </a:prstGeom>
          <a:solidFill>
            <a:srgbClr val="FFFFFF"/>
          </a:solidFill>
          <a:ln cap="flat" cmpd="sng" w="23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175" lIns="22175" spcFirstLastPara="1" rIns="22175" wrap="square" tIns="2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ecurity lock icon / black color (proporcionado por Getty Images)" id="972" name="Google Shape;9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82153" y="3167024"/>
            <a:ext cx="400906" cy="400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roved, ok, trusted, accepted icon (proporcionado por Getty Images)" id="973" name="Google Shape;97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0082" y="3122509"/>
            <a:ext cx="448220" cy="448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er, Desktop PC Icon (proporcionado por Getty Images)" id="974" name="Google Shape;974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55015" y="3120969"/>
            <a:ext cx="448220" cy="448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5" name="Google Shape;975;p13"/>
          <p:cNvCxnSpPr/>
          <p:nvPr/>
        </p:nvCxnSpPr>
        <p:spPr>
          <a:xfrm>
            <a:off x="2458624" y="1489666"/>
            <a:ext cx="3630900" cy="5100"/>
          </a:xfrm>
          <a:prstGeom prst="straightConnector1">
            <a:avLst/>
          </a:prstGeom>
          <a:noFill/>
          <a:ln cap="flat" cmpd="sng" w="3950">
            <a:solidFill>
              <a:srgbClr val="F7964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EscuelaIT Duoc UC - Escuela de Informática y Telecomunicaciones Duoc UC - Duoc  UC | LinkedIn" id="976" name="Google Shape;97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86800" y="61675"/>
            <a:ext cx="2334250" cy="6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1190" y="1397485"/>
            <a:ext cx="4291823" cy="293109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982" name="Google Shape;982;p14"/>
          <p:cNvSpPr txBox="1"/>
          <p:nvPr/>
        </p:nvSpPr>
        <p:spPr>
          <a:xfrm>
            <a:off x="4966084" y="814926"/>
            <a:ext cx="3325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325" lIns="41325" spcFirstLastPara="1" rIns="41325" wrap="square" tIns="4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46">
                <a:latin typeface="Calibri"/>
                <a:ea typeface="Calibri"/>
                <a:cs typeface="Calibri"/>
                <a:sym typeface="Calibri"/>
              </a:rPr>
              <a:t>Diagrama de Caso de uso General</a:t>
            </a:r>
            <a:endParaRPr b="1" sz="1446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3" name="Google Shape;983;p14"/>
          <p:cNvCxnSpPr/>
          <p:nvPr/>
        </p:nvCxnSpPr>
        <p:spPr>
          <a:xfrm flipH="1" rot="10800000">
            <a:off x="4922723" y="1258631"/>
            <a:ext cx="2777700" cy="19200"/>
          </a:xfrm>
          <a:prstGeom prst="straightConnector1">
            <a:avLst/>
          </a:prstGeom>
          <a:noFill/>
          <a:ln cap="flat" cmpd="sng" w="4325">
            <a:solidFill>
              <a:srgbClr val="F7964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84" name="Google Shape;984;p14" title="15513c55-97e4-4d51-a47a-6af4739829c7.PNG"/>
          <p:cNvPicPr preferRelativeResize="0"/>
          <p:nvPr/>
        </p:nvPicPr>
        <p:blipFill rotWithShape="1">
          <a:blip r:embed="rId4">
            <a:alphaModFix/>
          </a:blip>
          <a:srcRect b="26231" l="0" r="0" t="0"/>
          <a:stretch/>
        </p:blipFill>
        <p:spPr>
          <a:xfrm>
            <a:off x="290987" y="1397485"/>
            <a:ext cx="4006926" cy="2931090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14"/>
          <p:cNvSpPr txBox="1"/>
          <p:nvPr/>
        </p:nvSpPr>
        <p:spPr>
          <a:xfrm>
            <a:off x="506831" y="822859"/>
            <a:ext cx="37911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325" lIns="41325" spcFirstLastPara="1" rIns="41325" wrap="square" tIns="4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"/>
              <a:buFont typeface="Arial"/>
              <a:buNone/>
            </a:pPr>
            <a:r>
              <a:rPr b="1" lang="en" sz="153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Tecnologías y Modelo por Capas o MVC</a:t>
            </a:r>
            <a:endParaRPr b="1" sz="1084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6" name="Google Shape;986;p14"/>
          <p:cNvCxnSpPr/>
          <p:nvPr/>
        </p:nvCxnSpPr>
        <p:spPr>
          <a:xfrm flipH="1" rot="10800000">
            <a:off x="549605" y="1136652"/>
            <a:ext cx="3215100" cy="5400"/>
          </a:xfrm>
          <a:prstGeom prst="straightConnector1">
            <a:avLst/>
          </a:prstGeom>
          <a:noFill/>
          <a:ln cap="flat" cmpd="sng" w="4325">
            <a:solidFill>
              <a:srgbClr val="F7964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5"/>
          <p:cNvSpPr txBox="1"/>
          <p:nvPr/>
        </p:nvSpPr>
        <p:spPr>
          <a:xfrm>
            <a:off x="787169" y="2140462"/>
            <a:ext cx="47826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4">
              <a:solidFill>
                <a:srgbClr val="0000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4">
              <a:solidFill>
                <a:srgbClr val="000000"/>
              </a:solidFill>
            </a:endParaRPr>
          </a:p>
        </p:txBody>
      </p:sp>
      <p:sp>
        <p:nvSpPr>
          <p:cNvPr id="992" name="Google Shape;992;p15"/>
          <p:cNvSpPr txBox="1"/>
          <p:nvPr/>
        </p:nvSpPr>
        <p:spPr>
          <a:xfrm>
            <a:off x="4935853" y="856800"/>
            <a:ext cx="27882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750" lIns="36750" spcFirstLastPara="1" rIns="36750" wrap="square" tIns="3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26">
                <a:latin typeface="Calibri"/>
                <a:ea typeface="Calibri"/>
                <a:cs typeface="Calibri"/>
                <a:sym typeface="Calibri"/>
              </a:rPr>
              <a:t>Diagrama BPMN Proceso Mejorado</a:t>
            </a:r>
            <a:endParaRPr b="1" sz="1326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3" name="Google Shape;993;p15"/>
          <p:cNvCxnSpPr/>
          <p:nvPr/>
        </p:nvCxnSpPr>
        <p:spPr>
          <a:xfrm flipH="1" rot="10800000">
            <a:off x="4996341" y="1080408"/>
            <a:ext cx="2469300" cy="15900"/>
          </a:xfrm>
          <a:prstGeom prst="straightConnector1">
            <a:avLst/>
          </a:prstGeom>
          <a:noFill/>
          <a:ln cap="flat" cmpd="sng" w="3825">
            <a:solidFill>
              <a:srgbClr val="F7964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94" name="Google Shape;9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325" y="1241947"/>
            <a:ext cx="3914757" cy="300593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995" name="Google Shape;995;p15"/>
          <p:cNvSpPr txBox="1"/>
          <p:nvPr/>
        </p:nvSpPr>
        <p:spPr>
          <a:xfrm>
            <a:off x="787169" y="856800"/>
            <a:ext cx="3370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750" lIns="36750" spcFirstLastPara="1" rIns="36750" wrap="square" tIns="3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6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Diagrama To-Do</a:t>
            </a:r>
            <a:endParaRPr sz="964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6" name="Google Shape;996;p15"/>
          <p:cNvCxnSpPr/>
          <p:nvPr/>
        </p:nvCxnSpPr>
        <p:spPr>
          <a:xfrm flipH="1" rot="10800000">
            <a:off x="787169" y="1086035"/>
            <a:ext cx="1186800" cy="9300"/>
          </a:xfrm>
          <a:prstGeom prst="straightConnector1">
            <a:avLst/>
          </a:prstGeom>
          <a:noFill/>
          <a:ln cap="flat" cmpd="sng" w="3825">
            <a:solidFill>
              <a:srgbClr val="F7964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97" name="Google Shape;99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350" y="1304200"/>
            <a:ext cx="4029799" cy="2943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6"/>
          <p:cNvSpPr txBox="1"/>
          <p:nvPr/>
        </p:nvSpPr>
        <p:spPr>
          <a:xfrm>
            <a:off x="1188828" y="160475"/>
            <a:ext cx="5204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79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399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87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87"/>
          </a:p>
        </p:txBody>
      </p:sp>
      <p:pic>
        <p:nvPicPr>
          <p:cNvPr descr="image.png" id="1003" name="Google Shape;10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800" y="1489400"/>
            <a:ext cx="5106875" cy="3102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4" name="Google Shape;1004;p16"/>
          <p:cNvCxnSpPr/>
          <p:nvPr/>
        </p:nvCxnSpPr>
        <p:spPr>
          <a:xfrm>
            <a:off x="3461023" y="659366"/>
            <a:ext cx="660300" cy="3900"/>
          </a:xfrm>
          <a:prstGeom prst="straightConnector1">
            <a:avLst/>
          </a:prstGeom>
          <a:noFill/>
          <a:ln cap="flat" cmpd="sng" w="152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mage.png" id="1005" name="Google Shape;10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800" y="71711"/>
            <a:ext cx="1082156" cy="1179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945" y="192410"/>
            <a:ext cx="937872" cy="9378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7" name="Google Shape;1007;p16"/>
          <p:cNvGrpSpPr/>
          <p:nvPr/>
        </p:nvGrpSpPr>
        <p:grpSpPr>
          <a:xfrm>
            <a:off x="5717350" y="303850"/>
            <a:ext cx="2487566" cy="4720356"/>
            <a:chOff x="3730434" y="1654722"/>
            <a:chExt cx="110864" cy="322418"/>
          </a:xfrm>
        </p:grpSpPr>
        <p:sp>
          <p:nvSpPr>
            <p:cNvPr id="1008" name="Google Shape;1008;p16"/>
            <p:cNvSpPr/>
            <p:nvPr/>
          </p:nvSpPr>
          <p:spPr>
            <a:xfrm>
              <a:off x="3730434" y="1654722"/>
              <a:ext cx="110864" cy="322418"/>
            </a:xfrm>
            <a:custGeom>
              <a:rect b="b" l="l" r="r" t="t"/>
              <a:pathLst>
                <a:path extrusionOk="0" h="13630" w="9859">
                  <a:moveTo>
                    <a:pt x="9458" y="11751"/>
                  </a:moveTo>
                  <a:lnTo>
                    <a:pt x="9458" y="12424"/>
                  </a:lnTo>
                  <a:cubicBezTo>
                    <a:pt x="9458" y="12868"/>
                    <a:pt x="9097" y="13230"/>
                    <a:pt x="8653" y="13230"/>
                  </a:cubicBezTo>
                  <a:lnTo>
                    <a:pt x="1206" y="13230"/>
                  </a:lnTo>
                  <a:cubicBezTo>
                    <a:pt x="762" y="13230"/>
                    <a:pt x="399" y="12868"/>
                    <a:pt x="399" y="12424"/>
                  </a:cubicBezTo>
                  <a:lnTo>
                    <a:pt x="399" y="11751"/>
                  </a:lnTo>
                  <a:close/>
                  <a:moveTo>
                    <a:pt x="1206" y="0"/>
                  </a:moveTo>
                  <a:cubicBezTo>
                    <a:pt x="540" y="0"/>
                    <a:pt x="0" y="541"/>
                    <a:pt x="0" y="1206"/>
                  </a:cubicBezTo>
                  <a:lnTo>
                    <a:pt x="0" y="7757"/>
                  </a:lnTo>
                  <a:cubicBezTo>
                    <a:pt x="0" y="7868"/>
                    <a:pt x="89" y="7958"/>
                    <a:pt x="201" y="7958"/>
                  </a:cubicBezTo>
                  <a:cubicBezTo>
                    <a:pt x="312" y="7958"/>
                    <a:pt x="400" y="7868"/>
                    <a:pt x="400" y="7757"/>
                  </a:cubicBezTo>
                  <a:lnTo>
                    <a:pt x="400" y="2280"/>
                  </a:lnTo>
                  <a:lnTo>
                    <a:pt x="6645" y="2280"/>
                  </a:lnTo>
                  <a:cubicBezTo>
                    <a:pt x="6755" y="2280"/>
                    <a:pt x="6846" y="2190"/>
                    <a:pt x="6846" y="2079"/>
                  </a:cubicBezTo>
                  <a:cubicBezTo>
                    <a:pt x="6846" y="1969"/>
                    <a:pt x="6755" y="1879"/>
                    <a:pt x="6645" y="1879"/>
                  </a:cubicBezTo>
                  <a:lnTo>
                    <a:pt x="400" y="1879"/>
                  </a:lnTo>
                  <a:lnTo>
                    <a:pt x="400" y="1206"/>
                  </a:lnTo>
                  <a:cubicBezTo>
                    <a:pt x="400" y="762"/>
                    <a:pt x="763" y="399"/>
                    <a:pt x="1207" y="399"/>
                  </a:cubicBezTo>
                  <a:lnTo>
                    <a:pt x="8654" y="399"/>
                  </a:lnTo>
                  <a:cubicBezTo>
                    <a:pt x="9098" y="399"/>
                    <a:pt x="9461" y="762"/>
                    <a:pt x="9461" y="1206"/>
                  </a:cubicBezTo>
                  <a:lnTo>
                    <a:pt x="9461" y="1879"/>
                  </a:lnTo>
                  <a:lnTo>
                    <a:pt x="7579" y="1879"/>
                  </a:lnTo>
                  <a:cubicBezTo>
                    <a:pt x="7469" y="1879"/>
                    <a:pt x="7378" y="1969"/>
                    <a:pt x="7378" y="2079"/>
                  </a:cubicBezTo>
                  <a:cubicBezTo>
                    <a:pt x="7378" y="2190"/>
                    <a:pt x="7469" y="2280"/>
                    <a:pt x="7579" y="2280"/>
                  </a:cubicBezTo>
                  <a:lnTo>
                    <a:pt x="9461" y="2280"/>
                  </a:lnTo>
                  <a:lnTo>
                    <a:pt x="9461" y="11350"/>
                  </a:lnTo>
                  <a:lnTo>
                    <a:pt x="400" y="11350"/>
                  </a:lnTo>
                  <a:lnTo>
                    <a:pt x="400" y="8690"/>
                  </a:lnTo>
                  <a:cubicBezTo>
                    <a:pt x="400" y="8578"/>
                    <a:pt x="312" y="8489"/>
                    <a:pt x="201" y="8489"/>
                  </a:cubicBezTo>
                  <a:cubicBezTo>
                    <a:pt x="89" y="8489"/>
                    <a:pt x="0" y="8578"/>
                    <a:pt x="0" y="8690"/>
                  </a:cubicBezTo>
                  <a:lnTo>
                    <a:pt x="0" y="12424"/>
                  </a:lnTo>
                  <a:cubicBezTo>
                    <a:pt x="0" y="13087"/>
                    <a:pt x="540" y="13629"/>
                    <a:pt x="1206" y="13629"/>
                  </a:cubicBezTo>
                  <a:lnTo>
                    <a:pt x="8653" y="13629"/>
                  </a:lnTo>
                  <a:cubicBezTo>
                    <a:pt x="9316" y="13629"/>
                    <a:pt x="9858" y="13087"/>
                    <a:pt x="9858" y="12424"/>
                  </a:cubicBezTo>
                  <a:lnTo>
                    <a:pt x="9858" y="1206"/>
                  </a:lnTo>
                  <a:cubicBezTo>
                    <a:pt x="9858" y="541"/>
                    <a:pt x="9318" y="0"/>
                    <a:pt x="8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2100" lIns="1145250" spcFirstLastPara="1" rIns="1145250" wrap="square" tIns="92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39"/>
                <a:buFont typeface="Arial"/>
                <a:buNone/>
              </a:pPr>
              <a:r>
                <a:t/>
              </a:r>
              <a:endParaRPr b="0" i="0" sz="175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777810" y="1946087"/>
              <a:ext cx="32775" cy="10025"/>
            </a:xfrm>
            <a:custGeom>
              <a:rect b="b" l="l" r="r" t="t"/>
              <a:pathLst>
                <a:path extrusionOk="0" h="401" w="1311">
                  <a:moveTo>
                    <a:pt x="199" y="1"/>
                  </a:moveTo>
                  <a:cubicBezTo>
                    <a:pt x="89" y="1"/>
                    <a:pt x="0" y="89"/>
                    <a:pt x="0" y="200"/>
                  </a:cubicBezTo>
                  <a:cubicBezTo>
                    <a:pt x="0" y="312"/>
                    <a:pt x="90" y="401"/>
                    <a:pt x="199" y="401"/>
                  </a:cubicBezTo>
                  <a:lnTo>
                    <a:pt x="1109" y="401"/>
                  </a:lnTo>
                  <a:cubicBezTo>
                    <a:pt x="1220" y="401"/>
                    <a:pt x="1310" y="312"/>
                    <a:pt x="1310" y="200"/>
                  </a:cubicBezTo>
                  <a:cubicBezTo>
                    <a:pt x="1310" y="89"/>
                    <a:pt x="1220" y="1"/>
                    <a:pt x="1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2100" lIns="1145250" spcFirstLastPara="1" rIns="1145250" wrap="square" tIns="92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39"/>
                <a:buFont typeface="Arial"/>
                <a:buNone/>
              </a:pPr>
              <a:r>
                <a:t/>
              </a:r>
              <a:endParaRPr b="0" i="0" sz="175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10" name="Google Shape;1010;p16" title="Movil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3725" y="419575"/>
            <a:ext cx="2394824" cy="4442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16" title="Escritoriofinalpart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9900" y="1607850"/>
            <a:ext cx="4854501" cy="28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16" name="Google Shape;10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138" y="93687"/>
            <a:ext cx="2286864" cy="571717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17"/>
          <p:cNvSpPr txBox="1"/>
          <p:nvPr/>
        </p:nvSpPr>
        <p:spPr>
          <a:xfrm>
            <a:off x="2" y="600634"/>
            <a:ext cx="88755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275" lIns="66550" spcFirstLastPara="1" rIns="66550" wrap="square" tIns="33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Resultados Pruebas obtenidas</a:t>
            </a:r>
            <a:endParaRPr sz="1019"/>
          </a:p>
        </p:txBody>
      </p:sp>
      <p:pic>
        <p:nvPicPr>
          <p:cNvPr descr="image.png" id="1018" name="Google Shape;10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0317" y="1274472"/>
            <a:ext cx="1754728" cy="1809400"/>
          </a:xfrm>
          <a:prstGeom prst="rect">
            <a:avLst/>
          </a:prstGeom>
          <a:noFill/>
          <a:ln>
            <a:noFill/>
          </a:ln>
          <a:effectLst>
            <a:outerShdw blurRad="19272" rotWithShape="0" algn="bl" dir="5400000" dist="6424">
              <a:srgbClr val="000000">
                <a:alpha val="50000"/>
              </a:srgbClr>
            </a:outerShdw>
          </a:effectLst>
        </p:spPr>
      </p:pic>
      <p:sp>
        <p:nvSpPr>
          <p:cNvPr id="1019" name="Google Shape;1019;p17"/>
          <p:cNvSpPr txBox="1"/>
          <p:nvPr/>
        </p:nvSpPr>
        <p:spPr>
          <a:xfrm>
            <a:off x="1648982" y="1322900"/>
            <a:ext cx="997500" cy="165000"/>
          </a:xfrm>
          <a:prstGeom prst="rect">
            <a:avLst/>
          </a:prstGeom>
          <a:noFill/>
          <a:ln>
            <a:noFill/>
          </a:ln>
          <a:effectLst>
            <a:outerShdw blurRad="19272" rotWithShape="0" algn="bl" dir="5400000" dist="6424">
              <a:srgbClr val="000000">
                <a:alpha val="50000"/>
              </a:srgbClr>
            </a:outerShdw>
          </a:effectLst>
        </p:spPr>
        <p:txBody>
          <a:bodyPr anchorCtr="0" anchor="t" bIns="30825" lIns="30825" spcFirstLastPara="1" rIns="30825" wrap="square" tIns="3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Fase 1</a:t>
            </a:r>
            <a:endParaRPr b="1" sz="129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0" name="Google Shape;1020;p17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2546" y="2809214"/>
            <a:ext cx="211986" cy="230287"/>
          </a:xfrm>
          <a:prstGeom prst="rect">
            <a:avLst/>
          </a:prstGeom>
          <a:noFill/>
          <a:ln>
            <a:noFill/>
          </a:ln>
          <a:effectLst>
            <a:outerShdw blurRad="19272" rotWithShape="0" algn="bl" dir="5400000" dist="6424">
              <a:srgbClr val="000000">
                <a:alpha val="50000"/>
              </a:srgbClr>
            </a:outerShdw>
          </a:effectLst>
        </p:spPr>
      </p:pic>
      <p:pic>
        <p:nvPicPr>
          <p:cNvPr descr="image.png" id="1021" name="Google Shape;10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5473" y="1262251"/>
            <a:ext cx="1778424" cy="1833842"/>
          </a:xfrm>
          <a:prstGeom prst="rect">
            <a:avLst/>
          </a:prstGeom>
          <a:noFill/>
          <a:ln>
            <a:noFill/>
          </a:ln>
          <a:effectLst>
            <a:outerShdw blurRad="19533" rotWithShape="0" algn="bl" dir="5400000" dist="6511">
              <a:srgbClr val="000000">
                <a:alpha val="50000"/>
              </a:srgbClr>
            </a:outerShdw>
          </a:effectLst>
        </p:spPr>
      </p:pic>
      <p:pic>
        <p:nvPicPr>
          <p:cNvPr id="1022" name="Google Shape;1022;p17">
            <a:hlinkClick r:id="rId7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3458" y="2738497"/>
            <a:ext cx="298004" cy="323732"/>
          </a:xfrm>
          <a:prstGeom prst="rect">
            <a:avLst/>
          </a:prstGeom>
          <a:noFill/>
          <a:ln>
            <a:noFill/>
          </a:ln>
          <a:effectLst>
            <a:outerShdw blurRad="19533" rotWithShape="0" algn="bl" dir="5400000" dist="6511">
              <a:srgbClr val="000000">
                <a:alpha val="50000"/>
              </a:srgbClr>
            </a:outerShdw>
          </a:effectLst>
        </p:spPr>
      </p:pic>
      <p:sp>
        <p:nvSpPr>
          <p:cNvPr id="1023" name="Google Shape;1023;p17"/>
          <p:cNvSpPr txBox="1"/>
          <p:nvPr/>
        </p:nvSpPr>
        <p:spPr>
          <a:xfrm>
            <a:off x="4141522" y="1321808"/>
            <a:ext cx="1683000" cy="167100"/>
          </a:xfrm>
          <a:prstGeom prst="rect">
            <a:avLst/>
          </a:prstGeom>
          <a:noFill/>
          <a:ln>
            <a:noFill/>
          </a:ln>
          <a:effectLst>
            <a:outerShdw blurRad="19533" rotWithShape="0" algn="bl" dir="5400000" dist="6511">
              <a:srgbClr val="000000">
                <a:alpha val="50000"/>
              </a:srgbClr>
            </a:outerShdw>
          </a:effectLst>
        </p:spPr>
        <p:txBody>
          <a:bodyPr anchorCtr="0" anchor="t" bIns="31250" lIns="31250" spcFirstLastPara="1" rIns="31250" wrap="square" tIns="31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💹 Fase 2</a:t>
            </a:r>
            <a:endParaRPr b="1" sz="127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4" name="Google Shape;10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8265" y="1282934"/>
            <a:ext cx="1778424" cy="1792493"/>
          </a:xfrm>
          <a:prstGeom prst="rect">
            <a:avLst/>
          </a:prstGeom>
          <a:noFill/>
          <a:ln>
            <a:noFill/>
          </a:ln>
          <a:effectLst>
            <a:outerShdw blurRad="18315" rotWithShape="0" algn="bl" dir="5400000" dist="6105">
              <a:srgbClr val="000000">
                <a:alpha val="50000"/>
              </a:srgbClr>
            </a:outerShdw>
          </a:effectLst>
        </p:spPr>
      </p:pic>
      <p:sp>
        <p:nvSpPr>
          <p:cNvPr id="1025" name="Google Shape;1025;p17"/>
          <p:cNvSpPr txBox="1"/>
          <p:nvPr/>
        </p:nvSpPr>
        <p:spPr>
          <a:xfrm>
            <a:off x="6631741" y="1326940"/>
            <a:ext cx="1683000" cy="156900"/>
          </a:xfrm>
          <a:prstGeom prst="rect">
            <a:avLst/>
          </a:prstGeom>
          <a:noFill/>
          <a:ln>
            <a:noFill/>
          </a:ln>
          <a:effectLst>
            <a:outerShdw blurRad="18315" rotWithShape="0" algn="bl" dir="5400000" dist="6105">
              <a:srgbClr val="000000">
                <a:alpha val="50000"/>
              </a:srgbClr>
            </a:outerShdw>
          </a:effectLst>
        </p:spPr>
        <p:txBody>
          <a:bodyPr anchorCtr="0" anchor="t" bIns="29275" lIns="29275" spcFirstLastPara="1" rIns="29275" wrap="square" tIns="29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49"/>
              </a:spcBef>
              <a:spcAft>
                <a:spcPts val="128"/>
              </a:spcAft>
              <a:buClr>
                <a:srgbClr val="000000"/>
              </a:buClr>
              <a:buSzPts val="353"/>
              <a:buFont typeface="Arial"/>
              <a:buNone/>
            </a:pPr>
            <a:r>
              <a:rPr b="1" lang="en" sz="1273">
                <a:solidFill>
                  <a:srgbClr val="FFFFFF"/>
                </a:solidFill>
              </a:rPr>
              <a:t>📉 Fase 3</a:t>
            </a:r>
            <a:endParaRPr b="1" sz="127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Google Shape;1026;p17">
            <a:hlinkClick r:id="rId8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04016" y="2748601"/>
            <a:ext cx="279425" cy="303547"/>
          </a:xfrm>
          <a:prstGeom prst="rect">
            <a:avLst/>
          </a:prstGeom>
          <a:noFill/>
          <a:ln>
            <a:noFill/>
          </a:ln>
          <a:effectLst>
            <a:outerShdw blurRad="18315" rotWithShape="0" algn="bl" dir="5400000" dist="6105">
              <a:srgbClr val="000000">
                <a:alpha val="50000"/>
              </a:srgbClr>
            </a:outerShdw>
          </a:effectLst>
        </p:spPr>
      </p:pic>
      <p:pic>
        <p:nvPicPr>
          <p:cNvPr id="1027" name="Google Shape;1027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76489" y="4184405"/>
            <a:ext cx="1682891" cy="57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17" title="RunTestPlan.gi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08876" y="3184022"/>
            <a:ext cx="2111610" cy="17475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17"/>
          <p:cNvSpPr txBox="1"/>
          <p:nvPr/>
        </p:nvSpPr>
        <p:spPr>
          <a:xfrm>
            <a:off x="1305687" y="1649979"/>
            <a:ext cx="1778400" cy="1159200"/>
          </a:xfrm>
          <a:prstGeom prst="rect">
            <a:avLst/>
          </a:prstGeom>
          <a:noFill/>
          <a:ln>
            <a:noFill/>
          </a:ln>
          <a:effectLst>
            <a:outerShdw blurRad="19272" rotWithShape="0" algn="bl" dir="5400000" dist="6424">
              <a:srgbClr val="000000">
                <a:alpha val="50000"/>
              </a:srgbClr>
            </a:outerShdw>
          </a:effectLst>
        </p:spPr>
        <p:txBody>
          <a:bodyPr anchorCtr="0" anchor="t" bIns="30825" lIns="30825" spcFirstLastPara="1" rIns="30825" wrap="square" tIns="3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7">
                <a:solidFill>
                  <a:srgbClr val="FFFFFF"/>
                </a:solidFill>
              </a:rPr>
              <a:t>Carga Realizada : </a:t>
            </a:r>
            <a:endParaRPr sz="757">
              <a:solidFill>
                <a:srgbClr val="FFFFFF"/>
              </a:solidFill>
            </a:endParaRPr>
          </a:p>
          <a:p>
            <a:pPr indent="-214545" lvl="0" marL="332830" rtl="0" algn="l">
              <a:spcBef>
                <a:spcPts val="0"/>
              </a:spcBef>
              <a:spcAft>
                <a:spcPts val="0"/>
              </a:spcAft>
              <a:buSzPts val="758"/>
              <a:buChar char="-"/>
            </a:pPr>
            <a:r>
              <a:rPr lang="en" sz="757">
                <a:solidFill>
                  <a:srgbClr val="FFFFFF"/>
                </a:solidFill>
              </a:rPr>
              <a:t>40 Usuarios Simultáneos👁‍🗨</a:t>
            </a:r>
            <a:endParaRPr sz="757">
              <a:solidFill>
                <a:srgbClr val="FFFFFF"/>
              </a:solidFill>
            </a:endParaRPr>
          </a:p>
          <a:p>
            <a:pPr indent="0" lvl="0" marL="3328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7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7">
                <a:solidFill>
                  <a:srgbClr val="FFFFFF"/>
                </a:solidFill>
              </a:rPr>
              <a:t>Resultado Obtenido: </a:t>
            </a:r>
            <a:endParaRPr sz="757">
              <a:solidFill>
                <a:srgbClr val="FFFFFF"/>
              </a:solidFill>
            </a:endParaRPr>
          </a:p>
          <a:p>
            <a:pPr indent="-214545" lvl="0" marL="332830" rtl="0" algn="l">
              <a:spcBef>
                <a:spcPts val="0"/>
              </a:spcBef>
              <a:spcAft>
                <a:spcPts val="0"/>
              </a:spcAft>
              <a:buSzPts val="758"/>
              <a:buChar char="-"/>
            </a:pPr>
            <a:r>
              <a:rPr lang="en" sz="757">
                <a:solidFill>
                  <a:srgbClr val="FFFFFF"/>
                </a:solidFill>
              </a:rPr>
              <a:t>Tiempo de Respuesta de </a:t>
            </a:r>
            <a:r>
              <a:rPr b="1" lang="en" sz="655">
                <a:solidFill>
                  <a:srgbClr val="FFFFFF"/>
                </a:solidFill>
              </a:rPr>
              <a:t>~</a:t>
            </a:r>
            <a:r>
              <a:rPr lang="en" sz="757">
                <a:solidFill>
                  <a:srgbClr val="FFFFFF"/>
                </a:solidFill>
              </a:rPr>
              <a:t>15.7 segundos ⏱</a:t>
            </a:r>
            <a:endParaRPr sz="757">
              <a:solidFill>
                <a:srgbClr val="FFFFFF"/>
              </a:solidFill>
            </a:endParaRPr>
          </a:p>
          <a:p>
            <a:pPr indent="0" lvl="0" marL="3328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7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7">
                <a:solidFill>
                  <a:srgbClr val="FFFFFF"/>
                </a:solidFill>
              </a:rPr>
              <a:t>Estado de Test: </a:t>
            </a:r>
            <a:endParaRPr sz="757">
              <a:solidFill>
                <a:srgbClr val="FFFFFF"/>
              </a:solidFill>
            </a:endParaRPr>
          </a:p>
          <a:p>
            <a:pPr indent="-214545" lvl="0" marL="332830" rtl="0" algn="l">
              <a:spcBef>
                <a:spcPts val="0"/>
              </a:spcBef>
              <a:spcAft>
                <a:spcPts val="0"/>
              </a:spcAft>
              <a:buSzPts val="758"/>
              <a:buChar char="-"/>
            </a:pPr>
            <a:r>
              <a:rPr lang="en" sz="757">
                <a:solidFill>
                  <a:srgbClr val="FFFFFF"/>
                </a:solidFill>
              </a:rPr>
              <a:t>Aprobado✅</a:t>
            </a:r>
            <a:endParaRPr sz="994">
              <a:solidFill>
                <a:srgbClr val="FFFFFF"/>
              </a:solidFill>
            </a:endParaRPr>
          </a:p>
        </p:txBody>
      </p:sp>
      <p:sp>
        <p:nvSpPr>
          <p:cNvPr id="1030" name="Google Shape;1030;p17"/>
          <p:cNvSpPr txBox="1"/>
          <p:nvPr/>
        </p:nvSpPr>
        <p:spPr>
          <a:xfrm>
            <a:off x="3748734" y="1649979"/>
            <a:ext cx="1778400" cy="1159200"/>
          </a:xfrm>
          <a:prstGeom prst="rect">
            <a:avLst/>
          </a:prstGeom>
          <a:noFill/>
          <a:ln>
            <a:noFill/>
          </a:ln>
          <a:effectLst>
            <a:outerShdw blurRad="19272" rotWithShape="0" algn="bl" dir="5400000" dist="6424">
              <a:srgbClr val="000000">
                <a:alpha val="50000"/>
              </a:srgbClr>
            </a:outerShdw>
          </a:effectLst>
        </p:spPr>
        <p:txBody>
          <a:bodyPr anchorCtr="0" anchor="t" bIns="30825" lIns="30825" spcFirstLastPara="1" rIns="30825" wrap="square" tIns="3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7">
                <a:solidFill>
                  <a:srgbClr val="FFFFFF"/>
                </a:solidFill>
              </a:rPr>
              <a:t>Carga Realizada : </a:t>
            </a:r>
            <a:endParaRPr sz="757">
              <a:solidFill>
                <a:srgbClr val="FFFFFF"/>
              </a:solidFill>
            </a:endParaRPr>
          </a:p>
          <a:p>
            <a:pPr indent="-214545" lvl="0" marL="332830" rtl="0" algn="l">
              <a:spcBef>
                <a:spcPts val="0"/>
              </a:spcBef>
              <a:spcAft>
                <a:spcPts val="0"/>
              </a:spcAft>
              <a:buSzPts val="758"/>
              <a:buChar char="-"/>
            </a:pPr>
            <a:r>
              <a:rPr lang="en" sz="692">
                <a:solidFill>
                  <a:srgbClr val="FFFFFF"/>
                </a:solidFill>
              </a:rPr>
              <a:t>150 </a:t>
            </a:r>
            <a:r>
              <a:rPr lang="en" sz="757">
                <a:solidFill>
                  <a:srgbClr val="FFFFFF"/>
                </a:solidFill>
              </a:rPr>
              <a:t>Usuarios Simultáneos👁‍🗨</a:t>
            </a:r>
            <a:endParaRPr sz="757">
              <a:solidFill>
                <a:srgbClr val="FFFFFF"/>
              </a:solidFill>
            </a:endParaRPr>
          </a:p>
          <a:p>
            <a:pPr indent="0" lvl="0" marL="3328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7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7">
                <a:solidFill>
                  <a:srgbClr val="FFFFFF"/>
                </a:solidFill>
              </a:rPr>
              <a:t>Resultado Obtenido: </a:t>
            </a:r>
            <a:endParaRPr sz="757">
              <a:solidFill>
                <a:srgbClr val="FFFFFF"/>
              </a:solidFill>
            </a:endParaRPr>
          </a:p>
          <a:p>
            <a:pPr indent="-214545" lvl="0" marL="332830" rtl="0" algn="l">
              <a:spcBef>
                <a:spcPts val="0"/>
              </a:spcBef>
              <a:spcAft>
                <a:spcPts val="0"/>
              </a:spcAft>
              <a:buSzPts val="758"/>
              <a:buChar char="-"/>
            </a:pPr>
            <a:r>
              <a:rPr lang="en" sz="757">
                <a:solidFill>
                  <a:srgbClr val="FFFFFF"/>
                </a:solidFill>
              </a:rPr>
              <a:t>Tiempo de Respuesta de </a:t>
            </a:r>
            <a:r>
              <a:rPr b="1" lang="en" sz="655">
                <a:solidFill>
                  <a:srgbClr val="FFFFFF"/>
                </a:solidFill>
              </a:rPr>
              <a:t>~</a:t>
            </a:r>
            <a:r>
              <a:rPr lang="en" sz="692">
                <a:solidFill>
                  <a:srgbClr val="FFFFFF"/>
                </a:solidFill>
              </a:rPr>
              <a:t>27</a:t>
            </a:r>
            <a:r>
              <a:rPr lang="en" sz="757">
                <a:solidFill>
                  <a:srgbClr val="FFFFFF"/>
                </a:solidFill>
              </a:rPr>
              <a:t> segundos ⏱</a:t>
            </a:r>
            <a:endParaRPr sz="757">
              <a:solidFill>
                <a:srgbClr val="FFFFFF"/>
              </a:solidFill>
            </a:endParaRPr>
          </a:p>
          <a:p>
            <a:pPr indent="0" lvl="0" marL="3328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7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7">
                <a:solidFill>
                  <a:srgbClr val="FFFFFF"/>
                </a:solidFill>
              </a:rPr>
              <a:t>Estado de Test: </a:t>
            </a:r>
            <a:endParaRPr sz="757">
              <a:solidFill>
                <a:srgbClr val="FFFFFF"/>
              </a:solidFill>
            </a:endParaRPr>
          </a:p>
          <a:p>
            <a:pPr indent="-214545" lvl="0" marL="332830" rtl="0" algn="l">
              <a:spcBef>
                <a:spcPts val="0"/>
              </a:spcBef>
              <a:spcAft>
                <a:spcPts val="0"/>
              </a:spcAft>
              <a:buSzPts val="758"/>
              <a:buChar char="-"/>
            </a:pPr>
            <a:r>
              <a:rPr lang="en" sz="757">
                <a:solidFill>
                  <a:srgbClr val="FFFFFF"/>
                </a:solidFill>
              </a:rPr>
              <a:t>Aprobado✅</a:t>
            </a:r>
            <a:endParaRPr sz="994">
              <a:solidFill>
                <a:srgbClr val="FFFFFF"/>
              </a:solidFill>
            </a:endParaRPr>
          </a:p>
        </p:txBody>
      </p:sp>
      <p:sp>
        <p:nvSpPr>
          <p:cNvPr id="1031" name="Google Shape;1031;p17"/>
          <p:cNvSpPr txBox="1"/>
          <p:nvPr/>
        </p:nvSpPr>
        <p:spPr>
          <a:xfrm>
            <a:off x="6311295" y="1649970"/>
            <a:ext cx="1778400" cy="1159200"/>
          </a:xfrm>
          <a:prstGeom prst="rect">
            <a:avLst/>
          </a:prstGeom>
          <a:noFill/>
          <a:ln>
            <a:noFill/>
          </a:ln>
          <a:effectLst>
            <a:outerShdw blurRad="19272" rotWithShape="0" algn="bl" dir="5400000" dist="6424">
              <a:srgbClr val="000000">
                <a:alpha val="50000"/>
              </a:srgbClr>
            </a:outerShdw>
          </a:effectLst>
        </p:spPr>
        <p:txBody>
          <a:bodyPr anchorCtr="0" anchor="t" bIns="30825" lIns="30825" spcFirstLastPara="1" rIns="30825" wrap="square" tIns="3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7">
                <a:solidFill>
                  <a:srgbClr val="FFFFFF"/>
                </a:solidFill>
              </a:rPr>
              <a:t>Carga Realizada : </a:t>
            </a:r>
            <a:endParaRPr sz="757">
              <a:solidFill>
                <a:srgbClr val="FFFFFF"/>
              </a:solidFill>
            </a:endParaRPr>
          </a:p>
          <a:p>
            <a:pPr indent="-214545" lvl="0" marL="332830" rtl="0" algn="l">
              <a:spcBef>
                <a:spcPts val="0"/>
              </a:spcBef>
              <a:spcAft>
                <a:spcPts val="0"/>
              </a:spcAft>
              <a:buSzPts val="758"/>
              <a:buChar char="-"/>
            </a:pPr>
            <a:r>
              <a:rPr lang="en" sz="692">
                <a:solidFill>
                  <a:srgbClr val="FFFFFF"/>
                </a:solidFill>
              </a:rPr>
              <a:t>200 </a:t>
            </a:r>
            <a:r>
              <a:rPr lang="en" sz="757">
                <a:solidFill>
                  <a:srgbClr val="FFFFFF"/>
                </a:solidFill>
              </a:rPr>
              <a:t>Usuarios Simultáneos👁‍🗨</a:t>
            </a:r>
            <a:endParaRPr sz="757">
              <a:solidFill>
                <a:srgbClr val="FFFFFF"/>
              </a:solidFill>
            </a:endParaRPr>
          </a:p>
          <a:p>
            <a:pPr indent="0" lvl="0" marL="3328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7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7">
                <a:solidFill>
                  <a:srgbClr val="FFFFFF"/>
                </a:solidFill>
              </a:rPr>
              <a:t>Resultado Obtenido: </a:t>
            </a:r>
            <a:endParaRPr sz="757">
              <a:solidFill>
                <a:srgbClr val="FFFFFF"/>
              </a:solidFill>
            </a:endParaRPr>
          </a:p>
          <a:p>
            <a:pPr indent="-214545" lvl="0" marL="332830" rtl="0" algn="l">
              <a:spcBef>
                <a:spcPts val="0"/>
              </a:spcBef>
              <a:spcAft>
                <a:spcPts val="0"/>
              </a:spcAft>
              <a:buSzPts val="758"/>
              <a:buChar char="-"/>
            </a:pPr>
            <a:r>
              <a:rPr lang="en" sz="757">
                <a:solidFill>
                  <a:srgbClr val="FFFFFF"/>
                </a:solidFill>
              </a:rPr>
              <a:t>Tiempo de Respuesta de </a:t>
            </a:r>
            <a:r>
              <a:rPr b="1" lang="en" sz="655">
                <a:solidFill>
                  <a:srgbClr val="FFFFFF"/>
                </a:solidFill>
              </a:rPr>
              <a:t>~38 segundos</a:t>
            </a:r>
            <a:r>
              <a:rPr lang="en" sz="655">
                <a:solidFill>
                  <a:srgbClr val="FFFFFF"/>
                </a:solidFill>
              </a:rPr>
              <a:t> </a:t>
            </a:r>
            <a:r>
              <a:rPr lang="en" sz="757">
                <a:solidFill>
                  <a:srgbClr val="FFFFFF"/>
                </a:solidFill>
              </a:rPr>
              <a:t>⏱</a:t>
            </a:r>
            <a:r>
              <a:rPr lang="en" sz="655">
                <a:solidFill>
                  <a:srgbClr val="FFFFFF"/>
                </a:solidFill>
              </a:rPr>
              <a:t> </a:t>
            </a:r>
            <a:endParaRPr sz="830">
              <a:solidFill>
                <a:srgbClr val="FFFFFF"/>
              </a:solidFill>
            </a:endParaRPr>
          </a:p>
          <a:p>
            <a:pPr indent="0" lvl="0" marL="33283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7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7">
                <a:solidFill>
                  <a:srgbClr val="FFFFFF"/>
                </a:solidFill>
              </a:rPr>
              <a:t>Estado de Test: </a:t>
            </a:r>
            <a:endParaRPr sz="757">
              <a:solidFill>
                <a:srgbClr val="FFFFFF"/>
              </a:solidFill>
            </a:endParaRPr>
          </a:p>
          <a:p>
            <a:pPr indent="-214545" lvl="0" marL="332830" rtl="0" algn="l">
              <a:spcBef>
                <a:spcPts val="0"/>
              </a:spcBef>
              <a:spcAft>
                <a:spcPts val="0"/>
              </a:spcAft>
              <a:buSzPts val="758"/>
              <a:buChar char="-"/>
            </a:pPr>
            <a:r>
              <a:rPr lang="en" sz="757">
                <a:solidFill>
                  <a:srgbClr val="FFFFFF"/>
                </a:solidFill>
              </a:rPr>
              <a:t>Aprobado✅</a:t>
            </a:r>
            <a:endParaRPr sz="994">
              <a:solidFill>
                <a:srgbClr val="FFFFFF"/>
              </a:solidFill>
            </a:endParaRPr>
          </a:p>
        </p:txBody>
      </p:sp>
      <p:cxnSp>
        <p:nvCxnSpPr>
          <p:cNvPr id="1032" name="Google Shape;1032;p17"/>
          <p:cNvCxnSpPr/>
          <p:nvPr/>
        </p:nvCxnSpPr>
        <p:spPr>
          <a:xfrm flipH="1" rot="10800000">
            <a:off x="1366574" y="1590469"/>
            <a:ext cx="1557000" cy="11100"/>
          </a:xfrm>
          <a:prstGeom prst="straightConnector1">
            <a:avLst/>
          </a:prstGeom>
          <a:noFill/>
          <a:ln cap="flat" cmpd="sng" w="6925">
            <a:solidFill>
              <a:srgbClr val="ED7D3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17"/>
          <p:cNvCxnSpPr/>
          <p:nvPr/>
        </p:nvCxnSpPr>
        <p:spPr>
          <a:xfrm flipH="1" rot="10800000">
            <a:off x="3786116" y="1590469"/>
            <a:ext cx="1557000" cy="11100"/>
          </a:xfrm>
          <a:prstGeom prst="straightConnector1">
            <a:avLst/>
          </a:prstGeom>
          <a:noFill/>
          <a:ln cap="flat" cmpd="sng" w="6925">
            <a:solidFill>
              <a:srgbClr val="ED7D3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17"/>
          <p:cNvCxnSpPr/>
          <p:nvPr/>
        </p:nvCxnSpPr>
        <p:spPr>
          <a:xfrm flipH="1" rot="10800000">
            <a:off x="6421903" y="1590469"/>
            <a:ext cx="1557000" cy="11100"/>
          </a:xfrm>
          <a:prstGeom prst="straightConnector1">
            <a:avLst/>
          </a:prstGeom>
          <a:noFill/>
          <a:ln cap="flat" cmpd="sng" w="6925">
            <a:solidFill>
              <a:srgbClr val="ED7D3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8"/>
          <p:cNvSpPr txBox="1"/>
          <p:nvPr/>
        </p:nvSpPr>
        <p:spPr>
          <a:xfrm>
            <a:off x="1641988" y="481888"/>
            <a:ext cx="6472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45">
                <a:solidFill>
                  <a:srgbClr val="000000"/>
                </a:solidFill>
              </a:rPr>
              <a:t>Evolución de las Métricas con la implementación</a:t>
            </a:r>
            <a:endParaRPr b="1" sz="2145">
              <a:solidFill>
                <a:srgbClr val="000000"/>
              </a:solidFill>
            </a:endParaRPr>
          </a:p>
        </p:txBody>
      </p:sp>
      <p:pic>
        <p:nvPicPr>
          <p:cNvPr descr="image.png" id="1040" name="Google Shape;10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200" y="1187932"/>
            <a:ext cx="3521111" cy="3459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1" name="Google Shape;10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579" y="1187932"/>
            <a:ext cx="3895418" cy="3603619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18"/>
          <p:cNvSpPr txBox="1"/>
          <p:nvPr/>
        </p:nvSpPr>
        <p:spPr>
          <a:xfrm>
            <a:off x="735348" y="1270439"/>
            <a:ext cx="33612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41025" spcFirstLastPara="1" rIns="41025" wrap="square" tIns="41025">
            <a:noAutofit/>
          </a:bodyPr>
          <a:lstStyle/>
          <a:p>
            <a:pPr indent="0" lvl="0" marL="20668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3" u="sng">
                <a:solidFill>
                  <a:srgbClr val="FFFFFF"/>
                </a:solidFill>
              </a:rPr>
              <a:t>Monetario</a:t>
            </a:r>
            <a:br>
              <a:rPr lang="en" sz="1183">
                <a:solidFill>
                  <a:srgbClr val="FFFFFF"/>
                </a:solidFill>
              </a:rPr>
            </a:br>
            <a:r>
              <a:rPr lang="en" sz="1183">
                <a:solidFill>
                  <a:srgbClr val="FFFFFF"/>
                </a:solidFill>
              </a:rPr>
              <a:t>Por noticia Publicada en redes sociales se generaban de </a:t>
            </a:r>
            <a:r>
              <a:rPr b="1" lang="en" sz="1183" u="sng">
                <a:solidFill>
                  <a:srgbClr val="FFFFFF"/>
                </a:solidFill>
              </a:rPr>
              <a:t>2-14</a:t>
            </a:r>
            <a:r>
              <a:rPr lang="en" sz="1183">
                <a:solidFill>
                  <a:srgbClr val="FFFFFF"/>
                </a:solidFill>
              </a:rPr>
              <a:t> pesos según registros de Facebook</a:t>
            </a:r>
            <a:br>
              <a:rPr lang="en" sz="1183">
                <a:solidFill>
                  <a:srgbClr val="FFFFFF"/>
                </a:solidFill>
              </a:rPr>
            </a:br>
            <a:br>
              <a:rPr lang="en" sz="1183">
                <a:solidFill>
                  <a:srgbClr val="FFFFFF"/>
                </a:solidFill>
              </a:rPr>
            </a:br>
            <a:r>
              <a:rPr b="1" lang="en" sz="1183" u="sng">
                <a:solidFill>
                  <a:srgbClr val="FFFFFF"/>
                </a:solidFill>
              </a:rPr>
              <a:t>Visitas</a:t>
            </a:r>
            <a:br>
              <a:rPr lang="en" sz="1183">
                <a:solidFill>
                  <a:srgbClr val="FFFFFF"/>
                </a:solidFill>
              </a:rPr>
            </a:br>
            <a:endParaRPr sz="1183">
              <a:solidFill>
                <a:srgbClr val="FFFFFF"/>
              </a:solidFill>
            </a:endParaRPr>
          </a:p>
        </p:txBody>
      </p:sp>
      <p:sp>
        <p:nvSpPr>
          <p:cNvPr id="1043" name="Google Shape;1043;p18"/>
          <p:cNvSpPr txBox="1"/>
          <p:nvPr/>
        </p:nvSpPr>
        <p:spPr>
          <a:xfrm>
            <a:off x="4891145" y="1343458"/>
            <a:ext cx="16794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41025" spcFirstLastPara="1" rIns="41025" wrap="square" tIns="410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3" u="sng">
                <a:solidFill>
                  <a:srgbClr val="FFFFFF"/>
                </a:solidFill>
              </a:rPr>
              <a:t>Monetario</a:t>
            </a:r>
            <a:endParaRPr b="1" sz="1183" u="sng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7">
                <a:solidFill>
                  <a:srgbClr val="FFFFFF"/>
                </a:solidFill>
              </a:rPr>
              <a:t>Implementación de publicidad genera ganancias dependiendo las interacciones y visitas con la página. Generando a dia de hoy actualmente un aumento de </a:t>
            </a:r>
            <a:r>
              <a:rPr lang="en" sz="887" u="sng">
                <a:solidFill>
                  <a:srgbClr val="FFFFFF"/>
                </a:solidFill>
              </a:rPr>
              <a:t> </a:t>
            </a:r>
            <a:r>
              <a:rPr b="1" lang="en" sz="887" u="sng">
                <a:solidFill>
                  <a:srgbClr val="FFFFFF"/>
                </a:solidFill>
              </a:rPr>
              <a:t>24.7%</a:t>
            </a:r>
            <a:r>
              <a:rPr b="1" lang="en" sz="887">
                <a:solidFill>
                  <a:srgbClr val="FFFFFF"/>
                </a:solidFill>
              </a:rPr>
              <a:t> </a:t>
            </a:r>
            <a:r>
              <a:rPr lang="en" sz="887">
                <a:solidFill>
                  <a:srgbClr val="FFFFFF"/>
                </a:solidFill>
              </a:rPr>
              <a:t>en las ganancias esperadas sin contar pagos por publicidad</a:t>
            </a:r>
            <a:endParaRPr sz="887">
              <a:solidFill>
                <a:srgbClr val="FFFFFF"/>
              </a:solidFill>
            </a:endParaRPr>
          </a:p>
        </p:txBody>
      </p:sp>
      <p:cxnSp>
        <p:nvCxnSpPr>
          <p:cNvPr id="1044" name="Google Shape;1044;p18"/>
          <p:cNvCxnSpPr/>
          <p:nvPr/>
        </p:nvCxnSpPr>
        <p:spPr>
          <a:xfrm>
            <a:off x="1727798" y="824397"/>
            <a:ext cx="6398400" cy="5400"/>
          </a:xfrm>
          <a:prstGeom prst="straightConnector1">
            <a:avLst/>
          </a:prstGeom>
          <a:noFill/>
          <a:ln cap="flat" cmpd="sng" w="4275">
            <a:solidFill>
              <a:srgbClr val="ED7D3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5" name="Google Shape;104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7108" y="2401503"/>
            <a:ext cx="1420084" cy="184391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18"/>
          <p:cNvSpPr txBox="1"/>
          <p:nvPr/>
        </p:nvSpPr>
        <p:spPr>
          <a:xfrm>
            <a:off x="955497" y="2492246"/>
            <a:ext cx="12429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41025" spcFirstLastPara="1" rIns="41025" wrap="square" tIns="4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87">
                <a:solidFill>
                  <a:srgbClr val="FFFFFF"/>
                </a:solidFill>
              </a:rPr>
              <a:t>Durante el periodo del 2025 se destacó la poca interaccion del publico con el medio llegando a una máxima de </a:t>
            </a:r>
            <a:r>
              <a:rPr b="1" lang="en" sz="887" u="sng">
                <a:solidFill>
                  <a:srgbClr val="FFFFFF"/>
                </a:solidFill>
              </a:rPr>
              <a:t>180 </a:t>
            </a:r>
            <a:r>
              <a:rPr lang="en" sz="887">
                <a:solidFill>
                  <a:srgbClr val="FFFFFF"/>
                </a:solidFill>
              </a:rPr>
              <a:t>personas que ingresan a la página </a:t>
            </a:r>
            <a:endParaRPr sz="887">
              <a:solidFill>
                <a:srgbClr val="FFFFFF"/>
              </a:solidFill>
            </a:endParaRPr>
          </a:p>
        </p:txBody>
      </p:sp>
      <p:sp>
        <p:nvSpPr>
          <p:cNvPr id="1047" name="Google Shape;1047;p18"/>
          <p:cNvSpPr txBox="1"/>
          <p:nvPr/>
        </p:nvSpPr>
        <p:spPr>
          <a:xfrm>
            <a:off x="2254960" y="949311"/>
            <a:ext cx="6435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41025" spcFirstLastPara="1" rIns="41025" wrap="square" tIns="4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3"/>
              <a:t>Antes</a:t>
            </a:r>
            <a:endParaRPr b="1" sz="1183"/>
          </a:p>
        </p:txBody>
      </p:sp>
      <p:sp>
        <p:nvSpPr>
          <p:cNvPr id="1048" name="Google Shape;1048;p18"/>
          <p:cNvSpPr txBox="1"/>
          <p:nvPr/>
        </p:nvSpPr>
        <p:spPr>
          <a:xfrm>
            <a:off x="6303493" y="977668"/>
            <a:ext cx="6435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41025" spcFirstLastPara="1" rIns="41025" wrap="square" tIns="4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83"/>
              <a:t>Ahora</a:t>
            </a:r>
            <a:endParaRPr b="1" sz="1183"/>
          </a:p>
        </p:txBody>
      </p:sp>
      <p:pic>
        <p:nvPicPr>
          <p:cNvPr id="1049" name="Google Shape;1049;p18"/>
          <p:cNvPicPr preferRelativeResize="0"/>
          <p:nvPr/>
        </p:nvPicPr>
        <p:blipFill rotWithShape="1">
          <a:blip r:embed="rId5">
            <a:alphaModFix/>
          </a:blip>
          <a:srcRect b="0" l="-4199" r="0" t="0"/>
          <a:stretch/>
        </p:blipFill>
        <p:spPr>
          <a:xfrm>
            <a:off x="6542911" y="1534657"/>
            <a:ext cx="2025307" cy="111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18"/>
          <p:cNvSpPr txBox="1"/>
          <p:nvPr/>
        </p:nvSpPr>
        <p:spPr>
          <a:xfrm>
            <a:off x="4677579" y="2882058"/>
            <a:ext cx="1877400" cy="1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41025" spcFirstLastPara="1" rIns="41025" wrap="square" tIns="41025">
            <a:spAutoFit/>
          </a:bodyPr>
          <a:lstStyle/>
          <a:p>
            <a:pPr indent="0" lvl="0" marL="20668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1" u="sng">
                <a:solidFill>
                  <a:srgbClr val="FFFFFF"/>
                </a:solidFill>
              </a:rPr>
              <a:t>Visitas</a:t>
            </a:r>
            <a:br>
              <a:rPr b="1" lang="en" sz="961" u="sng">
                <a:solidFill>
                  <a:srgbClr val="FFFFFF"/>
                </a:solidFill>
              </a:rPr>
            </a:br>
            <a:r>
              <a:rPr lang="en" sz="739">
                <a:solidFill>
                  <a:srgbClr val="FFFFFF"/>
                </a:solidFill>
              </a:rPr>
              <a:t>Con la implementación de la estrategia SEO orgánica y las nuevas interacciones con los usuarios, la plataforma mostró un aumento significativo en su rendimiento. En solo tres meses, la versión actualizada generó el </a:t>
            </a:r>
            <a:r>
              <a:rPr b="1" lang="en" sz="739" u="sng">
                <a:solidFill>
                  <a:srgbClr val="FFFFFF"/>
                </a:solidFill>
              </a:rPr>
              <a:t>39,7%</a:t>
            </a:r>
            <a:r>
              <a:rPr lang="en" sz="739">
                <a:solidFill>
                  <a:srgbClr val="FFFFFF"/>
                </a:solidFill>
              </a:rPr>
              <a:t> del total de visitas que la versión anterior obtenía en un año completo, utilizando apenas el </a:t>
            </a:r>
            <a:r>
              <a:rPr b="1" lang="en" sz="739" u="sng">
                <a:solidFill>
                  <a:srgbClr val="FFFFFF"/>
                </a:solidFill>
              </a:rPr>
              <a:t>27% del tiempo</a:t>
            </a:r>
            <a:r>
              <a:rPr lang="en" sz="739">
                <a:solidFill>
                  <a:srgbClr val="FFFFFF"/>
                </a:solidFill>
              </a:rPr>
              <a:t>. Esto </a:t>
            </a:r>
            <a:r>
              <a:rPr b="1" lang="en" sz="739" u="sng">
                <a:solidFill>
                  <a:srgbClr val="FFFFFF"/>
                </a:solidFill>
              </a:rPr>
              <a:t>representa una mejora del 45,7% en la tasa mensual </a:t>
            </a:r>
            <a:r>
              <a:rPr lang="en" sz="739">
                <a:solidFill>
                  <a:srgbClr val="FFFFFF"/>
                </a:solidFill>
              </a:rPr>
              <a:t>de visitas respecto a la versión inicial.</a:t>
            </a:r>
            <a:endParaRPr b="1" sz="739" u="sng"/>
          </a:p>
        </p:txBody>
      </p:sp>
      <p:pic>
        <p:nvPicPr>
          <p:cNvPr id="1051" name="Google Shape;105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9195" y="3005397"/>
            <a:ext cx="1572777" cy="1642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56" name="Google Shape;10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3479" y="-13825"/>
            <a:ext cx="2100524" cy="5251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19"/>
          <p:cNvSpPr txBox="1"/>
          <p:nvPr/>
        </p:nvSpPr>
        <p:spPr>
          <a:xfrm>
            <a:off x="1040028" y="479497"/>
            <a:ext cx="69873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550" lIns="61125" spcFirstLastPara="1" rIns="61125" wrap="square" tIns="30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sz="100"/>
          </a:p>
        </p:txBody>
      </p:sp>
      <p:pic>
        <p:nvPicPr>
          <p:cNvPr descr="image.png" id="1058" name="Google Shape;10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861" y="1150018"/>
            <a:ext cx="3390404" cy="3313079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19"/>
          <p:cNvSpPr txBox="1"/>
          <p:nvPr/>
        </p:nvSpPr>
        <p:spPr>
          <a:xfrm>
            <a:off x="1328124" y="1298720"/>
            <a:ext cx="29229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17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Dificultades y Soluciones</a:t>
            </a:r>
            <a:endParaRPr sz="874">
              <a:solidFill>
                <a:schemeClr val="dk2"/>
              </a:solidFill>
            </a:endParaRPr>
          </a:p>
        </p:txBody>
      </p:sp>
      <p:sp>
        <p:nvSpPr>
          <p:cNvPr id="1060" name="Google Shape;1060;p19"/>
          <p:cNvSpPr/>
          <p:nvPr/>
        </p:nvSpPr>
        <p:spPr>
          <a:xfrm>
            <a:off x="1078304" y="1560437"/>
            <a:ext cx="3033300" cy="117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28550" lIns="57075" spcFirstLastPara="1" rIns="57075" wrap="square" tIns="2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1" name="Google Shape;10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304" y="1328461"/>
            <a:ext cx="178442" cy="142754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19"/>
          <p:cNvSpPr txBox="1"/>
          <p:nvPr/>
        </p:nvSpPr>
        <p:spPr>
          <a:xfrm>
            <a:off x="1256746" y="1661554"/>
            <a:ext cx="285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9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Dificultad:</a:t>
            </a:r>
            <a:r>
              <a:rPr b="0" i="0" lang="en" sz="796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Validar datos complejos como el RUT. </a:t>
            </a:r>
            <a:br>
              <a:rPr b="0" i="0" lang="en" sz="11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79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Solución:</a:t>
            </a:r>
            <a:r>
              <a:rPr b="0" i="0" lang="en" sz="796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Implementación de **validación dual**: JavaScript (para UX) y PHP (para seguridad).</a:t>
            </a:r>
            <a:endParaRPr sz="874"/>
          </a:p>
        </p:txBody>
      </p:sp>
      <p:sp>
        <p:nvSpPr>
          <p:cNvPr id="1063" name="Google Shape;1063;p19"/>
          <p:cNvSpPr txBox="1"/>
          <p:nvPr/>
        </p:nvSpPr>
        <p:spPr>
          <a:xfrm>
            <a:off x="1256746" y="2218073"/>
            <a:ext cx="285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9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Dificultad:</a:t>
            </a:r>
            <a:r>
              <a:rPr b="0" i="0" lang="en" sz="796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Proteger la base de datos de ataques. </a:t>
            </a:r>
            <a:br>
              <a:rPr b="0" i="0" lang="en" sz="11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79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Solución:</a:t>
            </a:r>
            <a:r>
              <a:rPr b="0" i="0" lang="en" sz="796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Uso de **Sentencias Preparadas** para prevenir Inyección SQL en todos los formularios.</a:t>
            </a:r>
            <a:endParaRPr sz="874"/>
          </a:p>
        </p:txBody>
      </p:sp>
      <p:sp>
        <p:nvSpPr>
          <p:cNvPr id="1064" name="Google Shape;1064;p19"/>
          <p:cNvSpPr txBox="1"/>
          <p:nvPr/>
        </p:nvSpPr>
        <p:spPr>
          <a:xfrm>
            <a:off x="1256746" y="2774593"/>
            <a:ext cx="28554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9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Dificultad:</a:t>
            </a:r>
            <a:r>
              <a:rPr b="0" i="0" lang="en" sz="796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Integrar dos sistemas (WordPress y PHP) de forma fluida. </a:t>
            </a:r>
            <a:br>
              <a:rPr b="0" i="0" lang="en" sz="11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79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Solución:</a:t>
            </a:r>
            <a:r>
              <a:rPr b="0" i="0" lang="en" sz="796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Creación de un **Panel de Admin unificado** con un sistema de **Sesiones (Login)**.</a:t>
            </a:r>
            <a:endParaRPr sz="874"/>
          </a:p>
        </p:txBody>
      </p:sp>
      <p:pic>
        <p:nvPicPr>
          <p:cNvPr descr="image.png" id="1065" name="Google Shape;10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8304" y="1691295"/>
            <a:ext cx="71377" cy="83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6" name="Google Shape;106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8304" y="2247814"/>
            <a:ext cx="71377" cy="83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7" name="Google Shape;106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8304" y="2804333"/>
            <a:ext cx="71377" cy="83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8" name="Google Shape;106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72814" y="1129256"/>
            <a:ext cx="3435409" cy="333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19"/>
          <p:cNvSpPr txBox="1"/>
          <p:nvPr/>
        </p:nvSpPr>
        <p:spPr>
          <a:xfrm>
            <a:off x="5206761" y="1315357"/>
            <a:ext cx="29616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33" u="none" cap="none" strike="noStrik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rPr>
              <a:t>Perfil Profesional y Modalidad</a:t>
            </a:r>
            <a:endParaRPr sz="885">
              <a:solidFill>
                <a:schemeClr val="dk2"/>
              </a:solidFill>
            </a:endParaRPr>
          </a:p>
        </p:txBody>
      </p:sp>
      <p:sp>
        <p:nvSpPr>
          <p:cNvPr id="1070" name="Google Shape;1070;p19"/>
          <p:cNvSpPr/>
          <p:nvPr/>
        </p:nvSpPr>
        <p:spPr>
          <a:xfrm>
            <a:off x="4953626" y="1575697"/>
            <a:ext cx="3073800" cy="117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28925" lIns="57850" spcFirstLastPara="1" rIns="57850" wrap="square" tIns="28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1" name="Google Shape;107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53626" y="1344941"/>
            <a:ext cx="180811" cy="142003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9"/>
          <p:cNvSpPr txBox="1"/>
          <p:nvPr/>
        </p:nvSpPr>
        <p:spPr>
          <a:xfrm>
            <a:off x="5134437" y="1676283"/>
            <a:ext cx="28929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6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La modalidad **Capstone** nos impulsó a aplicar la ingeniería en una **solución real y desacoplada**, en lugar de una solución teórica o un simple plugin.</a:t>
            </a:r>
            <a:endParaRPr sz="885"/>
          </a:p>
        </p:txBody>
      </p:sp>
      <p:sp>
        <p:nvSpPr>
          <p:cNvPr id="1073" name="Google Shape;1073;p19"/>
          <p:cNvSpPr txBox="1"/>
          <p:nvPr/>
        </p:nvSpPr>
        <p:spPr>
          <a:xfrm>
            <a:off x="5134437" y="2229876"/>
            <a:ext cx="28929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6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Nuestro perfil técnico permitió proponer una **Arquitectura Híbrida** (WordPress + PHP Nativo), priorizando la seguridad y el rendimiento.</a:t>
            </a:r>
            <a:endParaRPr sz="885"/>
          </a:p>
        </p:txBody>
      </p:sp>
      <p:sp>
        <p:nvSpPr>
          <p:cNvPr id="1074" name="Google Shape;1074;p19"/>
          <p:cNvSpPr txBox="1"/>
          <p:nvPr/>
        </p:nvSpPr>
        <p:spPr>
          <a:xfrm>
            <a:off x="5134437" y="2783470"/>
            <a:ext cx="289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6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El objetivo fue crear un **activo de software a medida** (la App de PHP), demostrando competencias en desarrollo full-stack.</a:t>
            </a:r>
            <a:endParaRPr sz="885"/>
          </a:p>
        </p:txBody>
      </p:sp>
      <p:pic>
        <p:nvPicPr>
          <p:cNvPr descr="image.png" id="1075" name="Google Shape;10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626" y="1705868"/>
            <a:ext cx="72324" cy="82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6" name="Google Shape;10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3626" y="2259460"/>
            <a:ext cx="72324" cy="82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7" name="Google Shape;107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3626" y="2813054"/>
            <a:ext cx="72324" cy="82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ystems Engineering Business Plan by Slidesgo">
  <a:themeElements>
    <a:clrScheme name="Simple Light">
      <a:dk1>
        <a:srgbClr val="383838"/>
      </a:dk1>
      <a:lt1>
        <a:srgbClr val="EAEAEA"/>
      </a:lt1>
      <a:dk2>
        <a:srgbClr val="BABABA"/>
      </a:dk2>
      <a:lt2>
        <a:srgbClr val="FFFFFF"/>
      </a:lt2>
      <a:accent1>
        <a:srgbClr val="59595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